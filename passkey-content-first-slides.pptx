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4c20ef08574e61" /><Relationship Type="http://schemas.openxmlformats.org/officeDocument/2006/relationships/extended-properties" Target="/docProps/app.xml" Id="R6ce3624e9c4445d5" /><Relationship Type="http://schemas.openxmlformats.org/officeDocument/2006/relationships/officeDocument" Target="/ppt/presentation.xml" Id="Rf616ce205cda4c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0f0bebfcc4a7d"/>
  </p:sldMasterIdLst>
  <p:notesMasterIdLst>
    <p:notesMasterId xmlns:r="http://schemas.openxmlformats.org/officeDocument/2006/relationships" r:id="R412f253a03144726"/>
  </p:notesMasterIdLst>
  <p:sldIdLst>
    <p:sldId xmlns:r="http://schemas.openxmlformats.org/officeDocument/2006/relationships" id="256" r:id="Rb840949c287e4268"/>
    <p:sldId xmlns:r="http://schemas.openxmlformats.org/officeDocument/2006/relationships" id="257" r:id="R68e2cfa0d7a74c92"/>
    <p:sldId xmlns:r="http://schemas.openxmlformats.org/officeDocument/2006/relationships" id="258" r:id="R6c6168dbc2af433a"/>
    <p:sldId xmlns:r="http://schemas.openxmlformats.org/officeDocument/2006/relationships" id="259" r:id="R7a3074d72ea94f41"/>
    <p:sldId xmlns:r="http://schemas.openxmlformats.org/officeDocument/2006/relationships" id="260" r:id="R12f6c575c23047cd"/>
    <p:sldId xmlns:r="http://schemas.openxmlformats.org/officeDocument/2006/relationships" id="261" r:id="R05afff9422134dc8"/>
    <p:sldId xmlns:r="http://schemas.openxmlformats.org/officeDocument/2006/relationships" id="262" r:id="Ra920bf1fcfad4b1d"/>
    <p:sldId xmlns:r="http://schemas.openxmlformats.org/officeDocument/2006/relationships" id="263" r:id="Rbb89174768134e82"/>
    <p:sldId xmlns:r="http://schemas.openxmlformats.org/officeDocument/2006/relationships" id="264" r:id="Rbf776dc6b6754048"/>
    <p:sldId xmlns:r="http://schemas.openxmlformats.org/officeDocument/2006/relationships" id="265" r:id="Rdc5c9adcc4b04448"/>
    <p:sldId xmlns:r="http://schemas.openxmlformats.org/officeDocument/2006/relationships" id="266" r:id="Re5559f4c73924c24"/>
    <p:sldId xmlns:r="http://schemas.openxmlformats.org/officeDocument/2006/relationships" id="267" r:id="Re85a4bdaf8294525"/>
    <p:sldId xmlns:r="http://schemas.openxmlformats.org/officeDocument/2006/relationships" id="268" r:id="R00b8e49fbeb9458b"/>
    <p:sldId xmlns:r="http://schemas.openxmlformats.org/officeDocument/2006/relationships" id="269" r:id="Rf9c6cf12391342ff"/>
    <p:sldId xmlns:r="http://schemas.openxmlformats.org/officeDocument/2006/relationships" id="270" r:id="Ra13fa22f1ef748fe"/>
    <p:sldId xmlns:r="http://schemas.openxmlformats.org/officeDocument/2006/relationships" id="271" r:id="R7920a11a3c2f485d"/>
    <p:sldId xmlns:r="http://schemas.openxmlformats.org/officeDocument/2006/relationships" id="272" r:id="Rda32703141f5462d"/>
    <p:sldId xmlns:r="http://schemas.openxmlformats.org/officeDocument/2006/relationships" id="273" r:id="R7c16bb6818ce4535"/>
    <p:sldId xmlns:r="http://schemas.openxmlformats.org/officeDocument/2006/relationships" id="274" r:id="R179fde3d74ef4be6"/>
    <p:sldId xmlns:r="http://schemas.openxmlformats.org/officeDocument/2006/relationships" id="275" r:id="R62498b33603c4938"/>
    <p:sldId xmlns:r="http://schemas.openxmlformats.org/officeDocument/2006/relationships" id="276" r:id="R7bfcb5fcc15d4f42"/>
    <p:sldId xmlns:r="http://schemas.openxmlformats.org/officeDocument/2006/relationships" id="277" r:id="R2faa485534294a5e"/>
    <p:sldId xmlns:r="http://schemas.openxmlformats.org/officeDocument/2006/relationships" id="278" r:id="R32e36537a1fb427d"/>
    <p:sldId xmlns:r="http://schemas.openxmlformats.org/officeDocument/2006/relationships" id="279" r:id="R256f3901c8794e3d"/>
    <p:sldId xmlns:r="http://schemas.openxmlformats.org/officeDocument/2006/relationships" id="280" r:id="Rd42a7b4e1e5b4106"/>
    <p:sldId xmlns:r="http://schemas.openxmlformats.org/officeDocument/2006/relationships" id="281" r:id="R5cb6829e2c3d43cb"/>
    <p:sldId xmlns:r="http://schemas.openxmlformats.org/officeDocument/2006/relationships" id="282" r:id="R1e547f7ca45b4d36"/>
    <p:sldId xmlns:r="http://schemas.openxmlformats.org/officeDocument/2006/relationships" id="283" r:id="R178c32f70a614408"/>
    <p:sldId xmlns:r="http://schemas.openxmlformats.org/officeDocument/2006/relationships" id="284" r:id="R4ee398f3c436450d"/>
    <p:sldId xmlns:r="http://schemas.openxmlformats.org/officeDocument/2006/relationships" id="285" r:id="Rfeb1ee61c0df4aa6"/>
    <p:sldId xmlns:r="http://schemas.openxmlformats.org/officeDocument/2006/relationships" id="286" r:id="R1273be4bd20e4d86"/>
    <p:sldId xmlns:r="http://schemas.openxmlformats.org/officeDocument/2006/relationships" id="287" r:id="Rebbc71599bfa444e"/>
    <p:sldId xmlns:r="http://schemas.openxmlformats.org/officeDocument/2006/relationships" id="288" r:id="R956a00443eba441e"/>
    <p:sldId xmlns:r="http://schemas.openxmlformats.org/officeDocument/2006/relationships" id="289" r:id="R5856bc8836154114"/>
    <p:sldId xmlns:r="http://schemas.openxmlformats.org/officeDocument/2006/relationships" id="290" r:id="Rc050ab83fe6e4a11"/>
    <p:sldId xmlns:r="http://schemas.openxmlformats.org/officeDocument/2006/relationships" id="291" r:id="R3df2a8f41dfd4d5d"/>
    <p:sldId xmlns:r="http://schemas.openxmlformats.org/officeDocument/2006/relationships" id="292" r:id="Rc12840cfc7f7417e"/>
    <p:sldId xmlns:r="http://schemas.openxmlformats.org/officeDocument/2006/relationships" id="293" r:id="Rccd36920c3694acc"/>
    <p:sldId xmlns:r="http://schemas.openxmlformats.org/officeDocument/2006/relationships" id="294" r:id="R3fb461885044438c"/>
    <p:sldId xmlns:r="http://schemas.openxmlformats.org/officeDocument/2006/relationships" id="295" r:id="R295e4816e305420a"/>
    <p:sldId xmlns:r="http://schemas.openxmlformats.org/officeDocument/2006/relationships" id="296" r:id="Rc16f62f4bd284c0a"/>
    <p:sldId xmlns:r="http://schemas.openxmlformats.org/officeDocument/2006/relationships" id="297" r:id="Rcbac669934604aa9"/>
    <p:sldId xmlns:r="http://schemas.openxmlformats.org/officeDocument/2006/relationships" id="298" r:id="Ra29dd467953047f1"/>
    <p:sldId xmlns:r="http://schemas.openxmlformats.org/officeDocument/2006/relationships" id="299" r:id="Ra57820c14d70453f"/>
    <p:sldId xmlns:r="http://schemas.openxmlformats.org/officeDocument/2006/relationships" id="300" r:id="R41b46051dd4741c3"/>
    <p:sldId xmlns:r="http://schemas.openxmlformats.org/officeDocument/2006/relationships" id="301" r:id="R21e8ccc486704b73"/>
    <p:sldId xmlns:r="http://schemas.openxmlformats.org/officeDocument/2006/relationships" id="302" r:id="Rf635126b06574936"/>
    <p:sldId xmlns:r="http://schemas.openxmlformats.org/officeDocument/2006/relationships" id="303" r:id="Rc70f2fd2c38f42de"/>
    <p:sldId xmlns:r="http://schemas.openxmlformats.org/officeDocument/2006/relationships" id="304" r:id="Rd72a7067188c4bf9"/>
    <p:sldId xmlns:r="http://schemas.openxmlformats.org/officeDocument/2006/relationships" id="305" r:id="R2d229f7b8d7c44c1"/>
    <p:sldId xmlns:r="http://schemas.openxmlformats.org/officeDocument/2006/relationships" id="306" r:id="R6bb3402f56664a9d"/>
    <p:sldId xmlns:r="http://schemas.openxmlformats.org/officeDocument/2006/relationships" id="307" r:id="Rd607e87a5a914886"/>
    <p:sldId xmlns:r="http://schemas.openxmlformats.org/officeDocument/2006/relationships" id="308" r:id="Rf3e8416187cc4955"/>
    <p:sldId xmlns:r="http://schemas.openxmlformats.org/officeDocument/2006/relationships" id="309" r:id="Rcb12e69dd6c84b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0a3e6184f4043" /><Relationship Type="http://schemas.openxmlformats.org/officeDocument/2006/relationships/slideMaster" Target="/ppt/slideMasters/slideMaster1.xml" Id="R7600f0bebfcc4a7d" /><Relationship Type="http://schemas.openxmlformats.org/officeDocument/2006/relationships/notesMaster" Target="/ppt/notesMasters/notesMaster1.xml" Id="R412f253a03144726" /><Relationship Type="http://schemas.openxmlformats.org/officeDocument/2006/relationships/presProps" Target="/ppt/presProps.xml" Id="R0dc39df8868243f9" /><Relationship Type="http://schemas.openxmlformats.org/officeDocument/2006/relationships/tableStyles" Target="/ppt/tableStyles.xml" Id="R1677aa8bda364ef8" /><Relationship Type="http://schemas.openxmlformats.org/officeDocument/2006/relationships/slide" Target="/ppt/slides/slide1.xml" Id="Rb840949c287e4268" /><Relationship Type="http://schemas.openxmlformats.org/officeDocument/2006/relationships/slide" Target="/ppt/slides/slide2.xml" Id="R68e2cfa0d7a74c92" /><Relationship Type="http://schemas.openxmlformats.org/officeDocument/2006/relationships/slide" Target="/ppt/slides/slide3.xml" Id="R6c6168dbc2af433a" /><Relationship Type="http://schemas.openxmlformats.org/officeDocument/2006/relationships/slide" Target="/ppt/slides/slide4.xml" Id="R7a3074d72ea94f41" /><Relationship Type="http://schemas.openxmlformats.org/officeDocument/2006/relationships/slide" Target="/ppt/slides/slide5.xml" Id="R12f6c575c23047cd" /><Relationship Type="http://schemas.openxmlformats.org/officeDocument/2006/relationships/slide" Target="/ppt/slides/slide6.xml" Id="R05afff9422134dc8" /><Relationship Type="http://schemas.openxmlformats.org/officeDocument/2006/relationships/slide" Target="/ppt/slides/slide7.xml" Id="Ra920bf1fcfad4b1d" /><Relationship Type="http://schemas.openxmlformats.org/officeDocument/2006/relationships/slide" Target="/ppt/slides/slide8.xml" Id="Rbb89174768134e82" /><Relationship Type="http://schemas.openxmlformats.org/officeDocument/2006/relationships/slide" Target="/ppt/slides/slide9.xml" Id="Rbf776dc6b6754048" /><Relationship Type="http://schemas.openxmlformats.org/officeDocument/2006/relationships/slide" Target="/ppt/slides/slide10.xml" Id="Rdc5c9adcc4b04448" /><Relationship Type="http://schemas.openxmlformats.org/officeDocument/2006/relationships/slide" Target="/ppt/slides/slide11.xml" Id="Re5559f4c73924c24" /><Relationship Type="http://schemas.openxmlformats.org/officeDocument/2006/relationships/slide" Target="/ppt/slides/slide12.xml" Id="Re85a4bdaf8294525" /><Relationship Type="http://schemas.openxmlformats.org/officeDocument/2006/relationships/slide" Target="/ppt/slides/slide13.xml" Id="R00b8e49fbeb9458b" /><Relationship Type="http://schemas.openxmlformats.org/officeDocument/2006/relationships/slide" Target="/ppt/slides/slide14.xml" Id="Rf9c6cf12391342ff" /><Relationship Type="http://schemas.openxmlformats.org/officeDocument/2006/relationships/slide" Target="/ppt/slides/slide15.xml" Id="Ra13fa22f1ef748fe" /><Relationship Type="http://schemas.openxmlformats.org/officeDocument/2006/relationships/slide" Target="/ppt/slides/slide16.xml" Id="R7920a11a3c2f485d" /><Relationship Type="http://schemas.openxmlformats.org/officeDocument/2006/relationships/slide" Target="/ppt/slides/slide17.xml" Id="Rda32703141f5462d" /><Relationship Type="http://schemas.openxmlformats.org/officeDocument/2006/relationships/slide" Target="/ppt/slides/slide18.xml" Id="R7c16bb6818ce4535" /><Relationship Type="http://schemas.openxmlformats.org/officeDocument/2006/relationships/slide" Target="/ppt/slides/slide19.xml" Id="R179fde3d74ef4be6" /><Relationship Type="http://schemas.openxmlformats.org/officeDocument/2006/relationships/slide" Target="/ppt/slides/slide20.xml" Id="R62498b33603c4938" /><Relationship Type="http://schemas.openxmlformats.org/officeDocument/2006/relationships/slide" Target="/ppt/slides/slide21.xml" Id="R7bfcb5fcc15d4f42" /><Relationship Type="http://schemas.openxmlformats.org/officeDocument/2006/relationships/slide" Target="/ppt/slides/slide22.xml" Id="R2faa485534294a5e" /><Relationship Type="http://schemas.openxmlformats.org/officeDocument/2006/relationships/slide" Target="/ppt/slides/slide23.xml" Id="R32e36537a1fb427d" /><Relationship Type="http://schemas.openxmlformats.org/officeDocument/2006/relationships/slide" Target="/ppt/slides/slide24.xml" Id="R256f3901c8794e3d" /><Relationship Type="http://schemas.openxmlformats.org/officeDocument/2006/relationships/slide" Target="/ppt/slides/slide25.xml" Id="Rd42a7b4e1e5b4106" /><Relationship Type="http://schemas.openxmlformats.org/officeDocument/2006/relationships/slide" Target="/ppt/slides/slide26.xml" Id="R5cb6829e2c3d43cb" /><Relationship Type="http://schemas.openxmlformats.org/officeDocument/2006/relationships/slide" Target="/ppt/slides/slide27.xml" Id="R1e547f7ca45b4d36" /><Relationship Type="http://schemas.openxmlformats.org/officeDocument/2006/relationships/slide" Target="/ppt/slides/slide28.xml" Id="R178c32f70a614408" /><Relationship Type="http://schemas.openxmlformats.org/officeDocument/2006/relationships/slide" Target="/ppt/slides/slide29.xml" Id="R4ee398f3c436450d" /><Relationship Type="http://schemas.openxmlformats.org/officeDocument/2006/relationships/slide" Target="/ppt/slides/slide30.xml" Id="Rfeb1ee61c0df4aa6" /><Relationship Type="http://schemas.openxmlformats.org/officeDocument/2006/relationships/slide" Target="/ppt/slides/slide31.xml" Id="R1273be4bd20e4d86" /><Relationship Type="http://schemas.openxmlformats.org/officeDocument/2006/relationships/slide" Target="/ppt/slides/slide32.xml" Id="Rebbc71599bfa444e" /><Relationship Type="http://schemas.openxmlformats.org/officeDocument/2006/relationships/slide" Target="/ppt/slides/slide33.xml" Id="R956a00443eba441e" /><Relationship Type="http://schemas.openxmlformats.org/officeDocument/2006/relationships/slide" Target="/ppt/slides/slide34.xml" Id="R5856bc8836154114" /><Relationship Type="http://schemas.openxmlformats.org/officeDocument/2006/relationships/slide" Target="/ppt/slides/slide35.xml" Id="Rc050ab83fe6e4a11" /><Relationship Type="http://schemas.openxmlformats.org/officeDocument/2006/relationships/slide" Target="/ppt/slides/slide36.xml" Id="R3df2a8f41dfd4d5d" /><Relationship Type="http://schemas.openxmlformats.org/officeDocument/2006/relationships/slide" Target="/ppt/slides/slide37.xml" Id="Rc12840cfc7f7417e" /><Relationship Type="http://schemas.openxmlformats.org/officeDocument/2006/relationships/slide" Target="/ppt/slides/slide38.xml" Id="Rccd36920c3694acc" /><Relationship Type="http://schemas.openxmlformats.org/officeDocument/2006/relationships/slide" Target="/ppt/slides/slide39.xml" Id="R3fb461885044438c" /><Relationship Type="http://schemas.openxmlformats.org/officeDocument/2006/relationships/slide" Target="/ppt/slides/slide40.xml" Id="R295e4816e305420a" /><Relationship Type="http://schemas.openxmlformats.org/officeDocument/2006/relationships/slide" Target="/ppt/slides/slide41.xml" Id="Rc16f62f4bd284c0a" /><Relationship Type="http://schemas.openxmlformats.org/officeDocument/2006/relationships/slide" Target="/ppt/slides/slide42.xml" Id="Rcbac669934604aa9" /><Relationship Type="http://schemas.openxmlformats.org/officeDocument/2006/relationships/slide" Target="/ppt/slides/slide43.xml" Id="Ra29dd467953047f1" /><Relationship Type="http://schemas.openxmlformats.org/officeDocument/2006/relationships/slide" Target="/ppt/slides/slide44.xml" Id="Ra57820c14d70453f" /><Relationship Type="http://schemas.openxmlformats.org/officeDocument/2006/relationships/slide" Target="/ppt/slides/slide45.xml" Id="R41b46051dd4741c3" /><Relationship Type="http://schemas.openxmlformats.org/officeDocument/2006/relationships/slide" Target="/ppt/slides/slide46.xml" Id="R21e8ccc486704b73" /><Relationship Type="http://schemas.openxmlformats.org/officeDocument/2006/relationships/slide" Target="/ppt/slides/slide47.xml" Id="Rf635126b06574936" /><Relationship Type="http://schemas.openxmlformats.org/officeDocument/2006/relationships/slide" Target="/ppt/slides/slide48.xml" Id="Rc70f2fd2c38f42de" /><Relationship Type="http://schemas.openxmlformats.org/officeDocument/2006/relationships/slide" Target="/ppt/slides/slide49.xml" Id="Rd72a7067188c4bf9" /><Relationship Type="http://schemas.openxmlformats.org/officeDocument/2006/relationships/slide" Target="/ppt/slides/slide50.xml" Id="R2d229f7b8d7c44c1" /><Relationship Type="http://schemas.openxmlformats.org/officeDocument/2006/relationships/slide" Target="/ppt/slides/slide51.xml" Id="R6bb3402f56664a9d" /><Relationship Type="http://schemas.openxmlformats.org/officeDocument/2006/relationships/slide" Target="/ppt/slides/slide52.xml" Id="Rd607e87a5a914886" /><Relationship Type="http://schemas.openxmlformats.org/officeDocument/2006/relationships/slide" Target="/ppt/slides/slide53.xml" Id="Rf3e8416187cc4955" /><Relationship Type="http://schemas.openxmlformats.org/officeDocument/2006/relationships/slide" Target="/ppt/slides/slide54.xml" Id="Rcb12e69dd6c8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61b9caca13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deab0c4d4c42a9" /><Relationship Type="http://schemas.openxmlformats.org/officeDocument/2006/relationships/notesMaster" Target="/ppt/notesMasters/notesMaster1.xml" Id="R032774bab6af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9e75a4b144492e" /><Relationship Type="http://schemas.openxmlformats.org/officeDocument/2006/relationships/notesMaster" Target="/ppt/notesMasters/notesMaster1.xml" Id="R50f6d43ddfb841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c83a0e87164e68" /><Relationship Type="http://schemas.openxmlformats.org/officeDocument/2006/relationships/notesMaster" Target="/ppt/notesMasters/notesMaster1.xml" Id="Rac417abbea1f4e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d961fc40eb4521" /><Relationship Type="http://schemas.openxmlformats.org/officeDocument/2006/relationships/notesMaster" Target="/ppt/notesMasters/notesMaster1.xml" Id="R75c12755f02842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64a19465884b2e" /><Relationship Type="http://schemas.openxmlformats.org/officeDocument/2006/relationships/notesMaster" Target="/ppt/notesMasters/notesMaster1.xml" Id="R1409bd84140741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c9b7128fa3413d" /><Relationship Type="http://schemas.openxmlformats.org/officeDocument/2006/relationships/notesMaster" Target="/ppt/notesMasters/notesMaster1.xml" Id="Rf9ae0ff3987045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4af0dcf85246bb" /><Relationship Type="http://schemas.openxmlformats.org/officeDocument/2006/relationships/notesMaster" Target="/ppt/notesMasters/notesMaster1.xml" Id="R76dd280d0fe049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f370c65c8842bd" /><Relationship Type="http://schemas.openxmlformats.org/officeDocument/2006/relationships/notesMaster" Target="/ppt/notesMasters/notesMaster1.xml" Id="R5c3443bfc4f349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ff4c0ca2ea4af6" /><Relationship Type="http://schemas.openxmlformats.org/officeDocument/2006/relationships/notesMaster" Target="/ppt/notesMasters/notesMaster1.xml" Id="R55d5960d31874c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467767f53645a4" /><Relationship Type="http://schemas.openxmlformats.org/officeDocument/2006/relationships/notesMaster" Target="/ppt/notesMasters/notesMaster1.xml" Id="R7fe13fc5518e49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e667609a464f70" /><Relationship Type="http://schemas.openxmlformats.org/officeDocument/2006/relationships/notesMaster" Target="/ppt/notesMasters/notesMaster1.xml" Id="R24c6de6d556140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ecdc85405a4ade" /><Relationship Type="http://schemas.openxmlformats.org/officeDocument/2006/relationships/notesMaster" Target="/ppt/notesMasters/notesMaster1.xml" Id="R1ff348ac9b4048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7c33a9bd7c4757" /><Relationship Type="http://schemas.openxmlformats.org/officeDocument/2006/relationships/notesMaster" Target="/ppt/notesMasters/notesMaster1.xml" Id="Rf789672abb5041a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01f82438104cb7" /><Relationship Type="http://schemas.openxmlformats.org/officeDocument/2006/relationships/notesMaster" Target="/ppt/notesMasters/notesMaster1.xml" Id="R4ad75ca84b4343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9693c4c1ae4d28" /><Relationship Type="http://schemas.openxmlformats.org/officeDocument/2006/relationships/notesMaster" Target="/ppt/notesMasters/notesMaster1.xml" Id="Rad7f49d62fb9430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99d35d503f485a" /><Relationship Type="http://schemas.openxmlformats.org/officeDocument/2006/relationships/notesMaster" Target="/ppt/notesMasters/notesMaster1.xml" Id="R9c0637b63a9a49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0ea1d4c7fe46a0" /><Relationship Type="http://schemas.openxmlformats.org/officeDocument/2006/relationships/notesMaster" Target="/ppt/notesMasters/notesMaster1.xml" Id="R2cdf3d0e28184d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5c15f9ef45429d" /><Relationship Type="http://schemas.openxmlformats.org/officeDocument/2006/relationships/notesMaster" Target="/ppt/notesMasters/notesMaster1.xml" Id="Rb8512f42ae9343d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c4e486309d490d" /><Relationship Type="http://schemas.openxmlformats.org/officeDocument/2006/relationships/notesMaster" Target="/ppt/notesMasters/notesMaster1.xml" Id="Rc7c623cb4d0041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e84fceb9c94ebf" /><Relationship Type="http://schemas.openxmlformats.org/officeDocument/2006/relationships/notesMaster" Target="/ppt/notesMasters/notesMaster1.xml" Id="R6db9125368b248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67357aa38504f7b" /><Relationship Type="http://schemas.openxmlformats.org/officeDocument/2006/relationships/notesMaster" Target="/ppt/notesMasters/notesMaster1.xml" Id="Rbce17ef1b9db49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7a7c63f37a4453" /><Relationship Type="http://schemas.openxmlformats.org/officeDocument/2006/relationships/notesMaster" Target="/ppt/notesMasters/notesMaster1.xml" Id="R3d75cbe9f5b648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6f8b75965ee4d4f" /><Relationship Type="http://schemas.openxmlformats.org/officeDocument/2006/relationships/notesMaster" Target="/ppt/notesMasters/notesMaster1.xml" Id="Rd7b368a31b19417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edf97f8524144eb" /><Relationship Type="http://schemas.openxmlformats.org/officeDocument/2006/relationships/notesMaster" Target="/ppt/notesMasters/notesMaster1.xml" Id="R2ba58aedab494a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ae40d2e31245fa" /><Relationship Type="http://schemas.openxmlformats.org/officeDocument/2006/relationships/notesMaster" Target="/ppt/notesMasters/notesMaster1.xml" Id="R609eb082742b45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b091142b8d4858" /><Relationship Type="http://schemas.openxmlformats.org/officeDocument/2006/relationships/notesMaster" Target="/ppt/notesMasters/notesMaster1.xml" Id="R7e6fb3fa2bc34b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155faf9614948ae" /><Relationship Type="http://schemas.openxmlformats.org/officeDocument/2006/relationships/notesMaster" Target="/ppt/notesMasters/notesMaster1.xml" Id="Rae6dfd248be7401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c95932db9cd460f" /><Relationship Type="http://schemas.openxmlformats.org/officeDocument/2006/relationships/notesMaster" Target="/ppt/notesMasters/notesMaster1.xml" Id="R246cf125d40544f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e3009f6153463a" /><Relationship Type="http://schemas.openxmlformats.org/officeDocument/2006/relationships/notesMaster" Target="/ppt/notesMasters/notesMaster1.xml" Id="Rd8d8ff724bb84b6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0225c4b253a4f80" /><Relationship Type="http://schemas.openxmlformats.org/officeDocument/2006/relationships/notesMaster" Target="/ppt/notesMasters/notesMaster1.xml" Id="Rdc293708fa7142e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2dbacafd0564f10" /><Relationship Type="http://schemas.openxmlformats.org/officeDocument/2006/relationships/notesMaster" Target="/ppt/notesMasters/notesMaster1.xml" Id="R5c5af81b683f4e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01d7442131543f1" /><Relationship Type="http://schemas.openxmlformats.org/officeDocument/2006/relationships/notesMaster" Target="/ppt/notesMasters/notesMaster1.xml" Id="R93192aa64dc24ac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21e2a2a554842ad" /><Relationship Type="http://schemas.openxmlformats.org/officeDocument/2006/relationships/notesMaster" Target="/ppt/notesMasters/notesMaster1.xml" Id="R402cc5640c434b8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9caa094b5494979" /><Relationship Type="http://schemas.openxmlformats.org/officeDocument/2006/relationships/notesMaster" Target="/ppt/notesMasters/notesMaster1.xml" Id="Ra0d51caa54f844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af41b9f46184fe1" /><Relationship Type="http://schemas.openxmlformats.org/officeDocument/2006/relationships/notesMaster" Target="/ppt/notesMasters/notesMaster1.xml" Id="R0f1c41794b084a0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a7a68fa57374928" /><Relationship Type="http://schemas.openxmlformats.org/officeDocument/2006/relationships/notesMaster" Target="/ppt/notesMasters/notesMaster1.xml" Id="Rcda6c454a941468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b43cd0dbd0c49ff" /><Relationship Type="http://schemas.openxmlformats.org/officeDocument/2006/relationships/notesMaster" Target="/ppt/notesMasters/notesMaster1.xml" Id="R4d99ec7180b6424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89b55acfe4b4811" /><Relationship Type="http://schemas.openxmlformats.org/officeDocument/2006/relationships/notesMaster" Target="/ppt/notesMasters/notesMaster1.xml" Id="R60d5867b4505478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f3f5f7538e4427e" /><Relationship Type="http://schemas.openxmlformats.org/officeDocument/2006/relationships/notesMaster" Target="/ppt/notesMasters/notesMaster1.xml" Id="Rcb8d2ed09de9476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9f0a884131743f9" /><Relationship Type="http://schemas.openxmlformats.org/officeDocument/2006/relationships/notesMaster" Target="/ppt/notesMasters/notesMaster1.xml" Id="R16aa835a619d44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bcea2f4e9b5456d" /><Relationship Type="http://schemas.openxmlformats.org/officeDocument/2006/relationships/notesMaster" Target="/ppt/notesMasters/notesMaster1.xml" Id="R8ff7ac149c45417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ea4cca769e54165" /><Relationship Type="http://schemas.openxmlformats.org/officeDocument/2006/relationships/notesMaster" Target="/ppt/notesMasters/notesMaster1.xml" Id="R40d49308b5064d1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93ee897dea94f04" /><Relationship Type="http://schemas.openxmlformats.org/officeDocument/2006/relationships/notesMaster" Target="/ppt/notesMasters/notesMaster1.xml" Id="Rb4a59d3371c1427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31e5a3080844ba0" /><Relationship Type="http://schemas.openxmlformats.org/officeDocument/2006/relationships/notesMaster" Target="/ppt/notesMasters/notesMaster1.xml" Id="Rdd7334d8afef4bc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d2925ecca3a4da4" /><Relationship Type="http://schemas.openxmlformats.org/officeDocument/2006/relationships/notesMaster" Target="/ppt/notesMasters/notesMaster1.xml" Id="R97cec6d146bf450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5c051c65c814926" /><Relationship Type="http://schemas.openxmlformats.org/officeDocument/2006/relationships/notesMaster" Target="/ppt/notesMasters/notesMaster1.xml" Id="R283da97a4e0548a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63495c03f0c4401" /><Relationship Type="http://schemas.openxmlformats.org/officeDocument/2006/relationships/notesMaster" Target="/ppt/notesMasters/notesMaster1.xml" Id="R70dbed00634641f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6ef199250874f44" /><Relationship Type="http://schemas.openxmlformats.org/officeDocument/2006/relationships/notesMaster" Target="/ppt/notesMasters/notesMaster1.xml" Id="Rbf15911684db433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560ad981adb411a" /><Relationship Type="http://schemas.openxmlformats.org/officeDocument/2006/relationships/notesMaster" Target="/ppt/notesMasters/notesMaster1.xml" Id="R3f8b4be1467542e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09808d7a00a4b1a" /><Relationship Type="http://schemas.openxmlformats.org/officeDocument/2006/relationships/notesMaster" Target="/ppt/notesMasters/notesMaster1.xml" Id="Rfc5282b2a3f0453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bc20bf437044eb6" /><Relationship Type="http://schemas.openxmlformats.org/officeDocument/2006/relationships/notesMaster" Target="/ppt/notesMasters/notesMaster1.xml" Id="R86a4e49d933746f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c8357cad02e4e12" /><Relationship Type="http://schemas.openxmlformats.org/officeDocument/2006/relationships/notesMaster" Target="/ppt/notesMasters/notesMaster1.xml" Id="R61f94ca0d04e4219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1cd84ee26bf497f" /><Relationship Type="http://schemas.openxmlformats.org/officeDocument/2006/relationships/notesMaster" Target="/ppt/notesMasters/notesMaster1.xml" Id="R30912367943a4a4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45c2e92fb644b74" /><Relationship Type="http://schemas.openxmlformats.org/officeDocument/2006/relationships/notesMaster" Target="/ppt/notesMasters/notesMaster1.xml" Id="R7cc217472032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/Users/rikuto.kida/workspace/sandbox/passkey/passkey-introduction-draft.md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/Users/rikuto.kida/workspace/sandbox/passkey/passkey-implementation-draft.md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36fa6e2b340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9ba0853fb84644" /><Relationship Type="http://schemas.openxmlformats.org/officeDocument/2006/relationships/slideLayout" Target="/ppt/slideLayouts/slideLayout1.xml" Id="Rb03a1859614c46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a1859614c46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7c8151d09456e" /><Relationship Type="http://schemas.openxmlformats.org/officeDocument/2006/relationships/notesSlide" Target="/ppt/notesSlides/notesSlide1.xml" Id="Rd8aa165f76d542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8dbe7943e4a66" /><Relationship Type="http://schemas.openxmlformats.org/officeDocument/2006/relationships/notesSlide" Target="/ppt/notesSlides/notesSlide2.xml" Id="R3aa5c69f1523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09a4ee0cb41a5" /><Relationship Type="http://schemas.openxmlformats.org/officeDocument/2006/relationships/notesSlide" Target="/ppt/notesSlides/notesSlide3.xml" Id="Ra402f337a86040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2c675d9274361" /><Relationship Type="http://schemas.openxmlformats.org/officeDocument/2006/relationships/notesSlide" Target="/ppt/notesSlides/notesSlide4.xml" Id="R9e6698d070c846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affdfa8dd4e25" /><Relationship Type="http://schemas.openxmlformats.org/officeDocument/2006/relationships/notesSlide" Target="/ppt/notesSlides/notesSlide5.xml" Id="R4ec19418158f4e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7433966374a2f" /><Relationship Type="http://schemas.openxmlformats.org/officeDocument/2006/relationships/notesSlide" Target="/ppt/notesSlides/notesSlide6.xml" Id="R368b6981e87649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788fc396941f0" /><Relationship Type="http://schemas.openxmlformats.org/officeDocument/2006/relationships/notesSlide" Target="/ppt/notesSlides/notesSlide7.xml" Id="Re76668bfe5c046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6426f77314c61" /><Relationship Type="http://schemas.openxmlformats.org/officeDocument/2006/relationships/notesSlide" Target="/ppt/notesSlides/notesSlide8.xml" Id="Rb61c9800fb9148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8a9d799794af9" /><Relationship Type="http://schemas.openxmlformats.org/officeDocument/2006/relationships/notesSlide" Target="/ppt/notesSlides/notesSlide9.xml" Id="R53d2495d73a34f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69c6c04134581" /><Relationship Type="http://schemas.openxmlformats.org/officeDocument/2006/relationships/notesSlide" Target="/ppt/notesSlides/notesSlide10.xml" Id="R02f6514110f74f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b43af5e044485" /><Relationship Type="http://schemas.openxmlformats.org/officeDocument/2006/relationships/notesSlide" Target="/ppt/notesSlides/notesSlide11.xml" Id="Rc4f8c0da062142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2ac614965433c" /><Relationship Type="http://schemas.openxmlformats.org/officeDocument/2006/relationships/notesSlide" Target="/ppt/notesSlides/notesSlide12.xml" Id="R212e8e8ebe3841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576632d13482f" /><Relationship Type="http://schemas.openxmlformats.org/officeDocument/2006/relationships/notesSlide" Target="/ppt/notesSlides/notesSlide13.xml" Id="Rac5dff3861c849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31ad54f9046e4" /><Relationship Type="http://schemas.openxmlformats.org/officeDocument/2006/relationships/notesSlide" Target="/ppt/notesSlides/notesSlide14.xml" Id="Rb66ec4601d1f41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f752e7a674409" /><Relationship Type="http://schemas.openxmlformats.org/officeDocument/2006/relationships/notesSlide" Target="/ppt/notesSlides/notesSlide15.xml" Id="R1d001dc800f549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9c7ae47d74c04" /><Relationship Type="http://schemas.openxmlformats.org/officeDocument/2006/relationships/notesSlide" Target="/ppt/notesSlides/notesSlide16.xml" Id="R62593d1bcce74c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63b7263994012" /><Relationship Type="http://schemas.openxmlformats.org/officeDocument/2006/relationships/notesSlide" Target="/ppt/notesSlides/notesSlide17.xml" Id="Rada45fff21ae45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0d4f33460426f" /><Relationship Type="http://schemas.openxmlformats.org/officeDocument/2006/relationships/notesSlide" Target="/ppt/notesSlides/notesSlide18.xml" Id="R47af30fd199546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481ba3624482e" /><Relationship Type="http://schemas.openxmlformats.org/officeDocument/2006/relationships/notesSlide" Target="/ppt/notesSlides/notesSlide19.xml" Id="R4d5e0dc7f1484b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de239d6f8479a" /><Relationship Type="http://schemas.openxmlformats.org/officeDocument/2006/relationships/notesSlide" Target="/ppt/notesSlides/notesSlide20.xml" Id="R814580b85b4840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83d1bcdbd4e29" /><Relationship Type="http://schemas.openxmlformats.org/officeDocument/2006/relationships/notesSlide" Target="/ppt/notesSlides/notesSlide21.xml" Id="R1f7fff8a4d80475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74a8d2c0d4174" /><Relationship Type="http://schemas.openxmlformats.org/officeDocument/2006/relationships/notesSlide" Target="/ppt/notesSlides/notesSlide22.xml" Id="Rf84fb493763b476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68a77b20b442a" /><Relationship Type="http://schemas.openxmlformats.org/officeDocument/2006/relationships/notesSlide" Target="/ppt/notesSlides/notesSlide23.xml" Id="Ra66b8197bf3445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46730b7874db8" /><Relationship Type="http://schemas.openxmlformats.org/officeDocument/2006/relationships/notesSlide" Target="/ppt/notesSlides/notesSlide24.xml" Id="Rbe75f8fc1c6d4b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70bd875fc4063" /><Relationship Type="http://schemas.openxmlformats.org/officeDocument/2006/relationships/notesSlide" Target="/ppt/notesSlides/notesSlide25.xml" Id="R2ca9054789d6465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389fc7bf04c2c" /><Relationship Type="http://schemas.openxmlformats.org/officeDocument/2006/relationships/notesSlide" Target="/ppt/notesSlides/notesSlide26.xml" Id="R2dc468d8d5004e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d9bfdf3a24aac" /><Relationship Type="http://schemas.openxmlformats.org/officeDocument/2006/relationships/notesSlide" Target="/ppt/notesSlides/notesSlide27.xml" Id="Rffe41c9ef02b47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0f54db9f4440a" /><Relationship Type="http://schemas.openxmlformats.org/officeDocument/2006/relationships/notesSlide" Target="/ppt/notesSlides/notesSlide28.xml" Id="Rc6f6e56917d440d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1d23947634637" /><Relationship Type="http://schemas.openxmlformats.org/officeDocument/2006/relationships/notesSlide" Target="/ppt/notesSlides/notesSlide29.xml" Id="R408d7747a39e4a5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5ffcb776d4a69" /><Relationship Type="http://schemas.openxmlformats.org/officeDocument/2006/relationships/notesSlide" Target="/ppt/notesSlides/notesSlide30.xml" Id="R3645b52c5dcb4bf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c6b3ae4974291" /><Relationship Type="http://schemas.openxmlformats.org/officeDocument/2006/relationships/notesSlide" Target="/ppt/notesSlides/notesSlide31.xml" Id="Raeb64522d8d8419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6f405622d4194" /><Relationship Type="http://schemas.openxmlformats.org/officeDocument/2006/relationships/notesSlide" Target="/ppt/notesSlides/notesSlide32.xml" Id="Rec19c5ee4bd84f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5a2d176de4127" /><Relationship Type="http://schemas.openxmlformats.org/officeDocument/2006/relationships/notesSlide" Target="/ppt/notesSlides/notesSlide33.xml" Id="Ra6ba61a76ad843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25f1f6b8f4eb4" /><Relationship Type="http://schemas.openxmlformats.org/officeDocument/2006/relationships/notesSlide" Target="/ppt/notesSlides/notesSlide34.xml" Id="R168ec43be8664ea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a72cc2bda43ba" /><Relationship Type="http://schemas.openxmlformats.org/officeDocument/2006/relationships/notesSlide" Target="/ppt/notesSlides/notesSlide35.xml" Id="R1d0ce9b0bbc94ac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e673edb8e4c84" /><Relationship Type="http://schemas.openxmlformats.org/officeDocument/2006/relationships/notesSlide" Target="/ppt/notesSlides/notesSlide36.xml" Id="R6f06562208344f1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8849e48a94864" /><Relationship Type="http://schemas.openxmlformats.org/officeDocument/2006/relationships/notesSlide" Target="/ppt/notesSlides/notesSlide37.xml" Id="Rbb01971a89d547b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c6b941a8a4b4e" /><Relationship Type="http://schemas.openxmlformats.org/officeDocument/2006/relationships/notesSlide" Target="/ppt/notesSlides/notesSlide38.xml" Id="R0b8dd796c6c74b5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b3d291dbb4ca8" /><Relationship Type="http://schemas.openxmlformats.org/officeDocument/2006/relationships/notesSlide" Target="/ppt/notesSlides/notesSlide39.xml" Id="R9755124382804ba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f2ea631c04634" /><Relationship Type="http://schemas.openxmlformats.org/officeDocument/2006/relationships/notesSlide" Target="/ppt/notesSlides/notesSlide40.xml" Id="R9c974072c47641d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098abe35b4efd" /><Relationship Type="http://schemas.openxmlformats.org/officeDocument/2006/relationships/notesSlide" Target="/ppt/notesSlides/notesSlide41.xml" Id="Rf41f4cd79262466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811d700cd48ed" /><Relationship Type="http://schemas.openxmlformats.org/officeDocument/2006/relationships/notesSlide" Target="/ppt/notesSlides/notesSlide42.xml" Id="Rb4e8851748ec461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a20f4ead54d89" /><Relationship Type="http://schemas.openxmlformats.org/officeDocument/2006/relationships/notesSlide" Target="/ppt/notesSlides/notesSlide43.xml" Id="Rc78d174c6cdd425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7e76dcc8845e1" /><Relationship Type="http://schemas.openxmlformats.org/officeDocument/2006/relationships/notesSlide" Target="/ppt/notesSlides/notesSlide44.xml" Id="Rd6a7f3288cf94d2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77717726b4a4f" /><Relationship Type="http://schemas.openxmlformats.org/officeDocument/2006/relationships/notesSlide" Target="/ppt/notesSlides/notesSlide45.xml" Id="R0b6354fd6911414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4239bd0924663" /><Relationship Type="http://schemas.openxmlformats.org/officeDocument/2006/relationships/notesSlide" Target="/ppt/notesSlides/notesSlide46.xml" Id="R89bbb5eb1104490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1d9cf8bf24992" /><Relationship Type="http://schemas.openxmlformats.org/officeDocument/2006/relationships/notesSlide" Target="/ppt/notesSlides/notesSlide47.xml" Id="R08fc884e251e428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377cbfe62427a" /><Relationship Type="http://schemas.openxmlformats.org/officeDocument/2006/relationships/notesSlide" Target="/ppt/notesSlides/notesSlide48.xml" Id="Ra02120b317f24f7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3da61dbb4dd7" /><Relationship Type="http://schemas.openxmlformats.org/officeDocument/2006/relationships/notesSlide" Target="/ppt/notesSlides/notesSlide49.xml" Id="R0e1dd1c5321a4a7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242958f4e4299" /><Relationship Type="http://schemas.openxmlformats.org/officeDocument/2006/relationships/notesSlide" Target="/ppt/notesSlides/notesSlide50.xml" Id="Rde03505153ed405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e9ce15f624825" /><Relationship Type="http://schemas.openxmlformats.org/officeDocument/2006/relationships/notesSlide" Target="/ppt/notesSlides/notesSlide51.xml" Id="R1896d0f659504be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01d2bc9154978" /><Relationship Type="http://schemas.openxmlformats.org/officeDocument/2006/relationships/notesSlide" Target="/ppt/notesSlides/notesSlide52.xml" Id="Rfc921f9133a24d9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9dccf3a0b41ef" /><Relationship Type="http://schemas.openxmlformats.org/officeDocument/2006/relationships/notesSlide" Target="/ppt/notesSlides/notesSlide53.xml" Id="Rfd8d225c52264c5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b195a937d489b" /><Relationship Type="http://schemas.openxmlformats.org/officeDocument/2006/relationships/notesSlide" Target="/ppt/notesSlides/notesSlide54.xml" Id="R63ac93cbedf649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39529-0C52-48D8-ABFB-9B78B3F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PASSKEY / WEBAUTHN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10967-50F7-4D98-B4AB-A46C17A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パスキー入門・実装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F2464-86DD-4F8B-AA96-4C6AA029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関数、オブジェクト、検証、保存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C7303-DB07-4D40-9115-A80F10A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WebAuthnの入出力を、実装で使う言葉だけで整理する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569F1-755D-4B01-8D4A-F4E1B6DC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6062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E017A-352B-4B29-9AE6-5EEA58DE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00 /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C9BFF-81A6-4F8C-93CA-AEA06DA8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この資料で扱う実装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EE8D6-92D5-412E-863C-47D94661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69312-46A1-4454-B14A-B8CA69AE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44AA9-5E36-44EA-9B3E-8D64EE00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1CAD7-D064-4047-BB7B-03BBB818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975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クライアント：navigator.credentials.create() / get() を直接呼ぶ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CAD21-EC43-47FD-AE9B-31D004F1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95360-90F7-4A5E-9C18-8EA9543A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975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サーバー：@simplewebauthn/server 13系で登録・認証結果を検証する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701B2-7F0A-4971-B837-78A14C2E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73D1C-6E92-4F49-A29C-B8FA1495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75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保存先：challengeとパスキー情報をPostgreSQLへ保存する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8B975-E880-49F8-BC39-DE9875EC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7640D-5D42-412D-A3E2-B278A3E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975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ローカル例：RP ID = localhost、Origin = http://localhost:5173</a:t>
            </a:r>
          </a:p>
        </p:txBody>
      </p:sp>
    </p:spTree>
    <p:extLst>
      <p:ext uri="{BB962C8B-B14F-4D97-AF65-F5344CB8AC3E}">
        <p14:creationId xmlns:p14="http://schemas.microsoft.com/office/powerpoint/2010/main" val="1744912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1CCDD-A504-4C91-89EF-B417CC0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01 /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3B36E-C359-4FFC-8B73-1323125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パスキーは秘密鍵の所持を署名で証明する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77766-B7A4-4C2D-A607-3E8C5036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7BAE5-FDDA-40A7-88EB-ECB9E90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FC149-5C25-44D5-BA6B-875299AE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D9354-850B-4572-A02B-28157FA2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043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認証器が秘密鍵で署名する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RPサーバーが保存済み公開鍵で検証する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47880-C6F2-422A-B9E7-E10795B2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FE1E-2AAD-45E5-ABDB-3F67279D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975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秘密鍵は認証器から出ない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697B9-F21C-4D14-899A-C2CC6C0A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278BF-2CA9-4D40-B28F-2E06E28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975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公開鍵とCredential IDはRPサーバーが保存する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DB5931-B8BA-40E0-806C-7D302B7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83B1C-D1F8-42F6-9C17-FAD85785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975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challengeは登録・認証ごとに発行する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02989-7377-4D30-91BF-7E1B2E46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D3FAC-D42D-4095-AFF0-4CF40434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753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生体認証・PINは、認証器に秘密鍵を使わせるための本人確認である</a:t>
            </a:r>
          </a:p>
        </p:txBody>
      </p:sp>
    </p:spTree>
    <p:extLst>
      <p:ext uri="{BB962C8B-B14F-4D97-AF65-F5344CB8AC3E}">
        <p14:creationId xmlns:p14="http://schemas.microsoft.com/office/powerpoint/2010/main" val="2004882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29E740-6820-4A31-A720-5DAAC2A5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02 /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D73E9-7A47-42D6-AA59-2C1A0AAC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パスワードとパスキーは検証方法が違う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4A98B-D36F-444F-8869-C9C563EF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DAD00-D522-458C-B369-0E5A26B4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5FDE8-3A82-424E-9666-BB9123DC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FF19C-2339-4541-8C93-9AE63A5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D86FB-7A02-48B9-B26E-5B477DB1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621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D6A4B-8B62-4016-8C13-31D58724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906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パスワード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4717E-16E9-462E-9368-6E60EC4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5621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E51A6-20CB-4139-9362-52A4413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90675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パスキー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092CF-D7F0-4557-B086-3D2CDD41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76324-958B-4EB6-9F26-D1D6D8E4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ユーザーが扱うもの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AB0C7-5DF4-4BCE-8E8F-A8EC1D3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621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E788B-C804-4530-B081-95B8C7EA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97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秘密の文字列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CB0BA-0757-43F3-A17C-CB90C83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62150"/>
            <a:ext cx="4629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D6B14-F972-45F4-B000-576C5B35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9775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端末の生体認証・PIN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8CE42-8DFA-4C7F-BAD2-6CA87EE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14772-CEF6-4851-A355-63061613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サーバーが保存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DE9EA-49E6-4197-9D64-FBED870F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31F35-146F-4396-8C38-63F3A83E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670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パスワードハッシュ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8276A-F75B-42FE-9BA4-AAFB933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19400"/>
            <a:ext cx="4629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67EECF-5B03-4EA7-A743-CCE2B67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67025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公開鍵・Credential 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308FA9-5C8C-4531-98E8-4FC0222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CF27D-F0CF-4173-842D-80C1A1EB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認証時の確認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0873B-7BEA-4047-B840-2D468DE1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84F612-182A-4BBA-A21F-CCDF1535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242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入力値のハッシュを照合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99096E-D92F-461A-9F00-D1EE457A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76650"/>
            <a:ext cx="4629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7270A-4826-4A37-9312-82FD409A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24275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秘密鍵の署名を公開鍵で検証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478747-ACF9-4007-9B8D-91260A2C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1E0AA-42A7-4DCE-8BB7-09ECB717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偽サイトでの利用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9A0A9A-CCEE-484C-A68C-40E6AAF6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339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8EF46D-72C9-4FBE-BAEA-3A49012F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815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入力してしまう可能性がある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CF5D4E-3D5B-4147-BA68-0F161520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4629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33FAD4-C387-4ED2-89EE-61901C26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81525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 IDが異なると資格情報を使えない</a:t>
            </a:r>
          </a:p>
        </p:txBody>
      </p:sp>
    </p:spTree>
    <p:extLst>
      <p:ext uri="{BB962C8B-B14F-4D97-AF65-F5344CB8AC3E}">
        <p14:creationId xmlns:p14="http://schemas.microsoft.com/office/powerpoint/2010/main" val="2040985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E248D-D33E-4BBE-AC7E-A26624F6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03 / 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0042F-0090-4831-A513-6CC11D06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パスキーが減らす問題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7622D-4DEC-4016-BCE8-9EDC8EC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94924-95C8-4E1F-A820-E2F6CDED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52D02-9BCD-485B-BADE-DBEEB6D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9307F-A9B1-498A-AA03-BCC0A99B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8E2CF-4B1D-441E-8398-B5849C2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5B24F-435B-4294-85D4-1E2EAE89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パスワードの使い回し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16E45-C5E9-41AB-8F53-9C1EA1D3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BC950-33B7-4B24-9F57-1940709C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偽サイトへの入力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E9EC6-74B9-4EF9-AB54-871EBA5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2D590-4D25-4C84-A7DE-7E2F6C31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サーバーからの秘密情報流出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7BE48-D942-4F8A-87B4-3C434FCB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899CC-C0E6-45A1-A9FA-AFDE6B9B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記憶・入力の負担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C91FF-E1F0-4BBA-A8FF-37B4792B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変化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C4729-0C7D-4176-86ED-B0879421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9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88DDA-8FBC-4C0A-A2B8-02365712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24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サービスごとに別の公開鍵資格情報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B94C7-2A0F-404E-99F1-DD021282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D8F54-E243-4ACB-BE82-A2AC0D9D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資格情報をRP IDへ固定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AD71C-798F-458E-812D-C3190F5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05E99-BDB4-4480-A717-60C4515A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RPは認証用秘密鍵を保存しない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4825E-8EC1-4DC4-931C-8CD4D6FA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F53C41-B880-4A8E-8CE7-8221E2FE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端末の生体認証・PINを利用</a:t>
            </a:r>
          </a:p>
        </p:txBody>
      </p:sp>
    </p:spTree>
    <p:extLst>
      <p:ext uri="{BB962C8B-B14F-4D97-AF65-F5344CB8AC3E}">
        <p14:creationId xmlns:p14="http://schemas.microsoft.com/office/powerpoint/2010/main" val="200284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053D1-B3D2-49C6-A6CB-9CEA98BA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04 / TERMINOLOGY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0D761-7DC0-4E87-83A1-EF4FFEF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FIDO2はWebAuthnとCTAPで役割を分ける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6F1A2-01E7-4880-BE38-2270D59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D17F9-187C-4344-BF32-C9F8C0F6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00038-5C79-46CC-B4DE-D1FC969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182C2-1507-45D0-8690-92FC69B9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仕様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2A0A4-9161-4977-AF08-29AF7815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3E0B8-1149-403B-B702-810054E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担当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E9A01-0CE3-4D76-BBA5-E60C17F6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526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F5CAD-6E12-4622-9B69-92098C72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81175"/>
            <a:ext cx="405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実装で見える入口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DD06F-1274-45BD-971A-DFFC0F5E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D8E04-A576-41EE-B92E-9CF027CB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WebAuthn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70270-E520-4586-AEC7-F2FE5E82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4476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2098D-12B0-421F-AB5C-D56EA81D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428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Web API・データ形式・RP側の検証手順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E06D7-89E8-4D4A-9DF2-5F00BE31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4248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07236-C5C5-41F0-A86C-2ADDA659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0275"/>
            <a:ext cx="4057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navigator.credentials.create() / get()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390D4-3B35-4BE9-99C6-1A37F720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A7409-849B-4BD7-A655-6631DABB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CTAP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86D6D-8EF7-4234-AB1B-12D548FF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4476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0A838-4D6C-4C30-84C0-EA920CE9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81375"/>
            <a:ext cx="4286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クライアントと外部認証器の通信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AE2FA-E396-4834-8645-8FEC5E32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4248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CD631-37E0-4B86-AA84-E1CE5A74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81375"/>
            <a:ext cx="4057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USB / NFC / BLE / hybrid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07C1E-9CA6-4FD6-8CA7-13810B2C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225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FIDO2 = WebAuthn + CTAP</a:t>
            </a:r>
          </a:p>
        </p:txBody>
      </p:sp>
    </p:spTree>
    <p:extLst>
      <p:ext uri="{BB962C8B-B14F-4D97-AF65-F5344CB8AC3E}">
        <p14:creationId xmlns:p14="http://schemas.microsoft.com/office/powerpoint/2010/main" val="410746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A632CC-D9C2-4299-BC70-8376F4DD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05 /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3A72E-2A6F-4B73-A9A0-C213ED88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登録・認証では担当を混ぜない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26653-5907-4A24-8327-A983CE0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A4341-B36A-43B9-AE7B-9083EFC4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F06B4-AB06-44D9-B8E3-824B5D7D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DB697-F36E-48A7-9006-CED8CA1B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担当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DDC96-2D69-4EE3-BD4F-E65EE17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954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129D4-40B6-414C-8320-90377BE0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240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保持するもの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596F9-2724-4C31-A95A-23992FE5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95450"/>
            <a:ext cx="4533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8C347-B28F-4D30-8C7A-E7BD7504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2402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実行すること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DFE0B-6AEB-4F77-9A32-29C80D83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01BDA-5D69-444A-8A2D-160E034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73E17-4E70-4839-BB70-10B05CF8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9550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420F3-14AF-49C6-A781-38902C68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431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challenge、公開鍵、Credential 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E1E1B-664F-4C70-AAF0-C67EE468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4533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029EF-7E47-43BE-BBEF-C4993768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43125"/>
            <a:ext cx="4343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期待値の発行・検証、セッション発行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246AF-5183-4954-8FA1-A5B8235D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2E7E4-D06C-4720-AB59-1D9A4A5B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ブラウザ / Webアプリ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A4EFB-E817-4B13-9A33-D998FF94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16F3A-FF91-451A-BC5B-B6A9348A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908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サーバーと認証器の間の入出力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070C1-2CE3-43E4-94D2-AFA72B0E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4533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327F8-27FD-4FF6-9E3F-A75F045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90875"/>
            <a:ext cx="4343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WebAuthn API呼び出し、データ変換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2A520-4CBE-420C-ACAA-572FF27E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286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DE7CB-23CC-4486-A045-D6157CB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1117B5-EE11-400B-8B6E-BCD1A843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9100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471092-B1B6-4D91-8919-FC2526D6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386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秘密鍵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99839-7F81-4657-BF95-AEA29312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91000"/>
            <a:ext cx="4533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F9DF9E-5546-49C1-9D82-49317A57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38625"/>
            <a:ext cx="4343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本人確認、鍵生成、署名</a:t>
            </a:r>
          </a:p>
        </p:txBody>
      </p:sp>
    </p:spTree>
    <p:extLst>
      <p:ext uri="{BB962C8B-B14F-4D97-AF65-F5344CB8AC3E}">
        <p14:creationId xmlns:p14="http://schemas.microsoft.com/office/powerpoint/2010/main" val="290845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8202A-7E9E-4108-8D98-74B4556B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06 / USER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7EC08-29BD-4564-99EF-FEE020D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生体情報はRPサーバーへ送られない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7E996-FBA6-4550-807D-CB6195C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1215B-89C9-4983-A957-4FCF020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E0B78-0062-4C50-B252-E72AEA7C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76400"/>
            <a:ext cx="857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9FA74-C40A-4DB7-89A7-422A686F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09750"/>
            <a:ext cx="8191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生体認証・PIN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→ 認証器内で本人確認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→ 秘密鍵の使用を許可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79669-D8BA-478B-B9BA-83B94D7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RPサーバーが受け取るのは、公開鍵資格情報と署名である。</a:t>
            </a:r>
          </a:p>
        </p:txBody>
      </p:sp>
    </p:spTree>
    <p:extLst>
      <p:ext uri="{BB962C8B-B14F-4D97-AF65-F5344CB8AC3E}">
        <p14:creationId xmlns:p14="http://schemas.microsoft.com/office/powerpoint/2010/main" val="1460540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3BAC6-4F5D-44EC-8769-E8B552C1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07 / 登録 1-2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57723-E8F6-4F8E-BBE8-E6A851A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登録シーケンス 1–2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3E396-98A3-4F2F-B291-E9AB3488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91569-0284-4DEE-95F1-D1071107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2672C-9473-4CC8-93A1-CAA235CF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9CB55-443E-4329-8DB1-BA09890F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46AED-57A5-44B6-BD84-BA35577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496FE-918A-4076-BD9D-79C46A2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F08C1-50CA-4855-A30E-6CAC0CB9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3F153-686A-4B5E-B1CE-EA3CBF7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25D4C-CB23-4DAE-B534-489C6449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20F18-8607-4CF6-82F8-E67D942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D7927-0638-431B-8493-F5E196B0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78EC5-095F-4241-BCA0-8323D1A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BABC4-943C-4ABF-A6DE-52E9D414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3A78F-4608-48A5-A377-0198773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47FE3-418F-48CB-920A-8756B7B6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F1B33-1C14-4699-B6F3-099FACA9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ECECD-B4CA-40BE-9AD3-E94DFF2D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A7937-4F26-48EE-B5D2-0854263C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0AABD-6D7B-49D8-8105-79D1BA88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770D6-6ED4-46C7-9ABC-EC7C393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2D748-60D0-40AF-8894-C5A11B89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登録を要求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E7DA4-C407-49AB-994A-26A42068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EBBE5-6BF2-43BF-AF6D-03C44244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24700B-F282-451B-94AA-110404D7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入力：登録対象のユーザー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C5D113-723A-4BE1-BBA9-745A9763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7E2574-80FF-4F24-A1D5-5EC3BE6A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BCD06-4E8C-4873-B0F9-8459F7C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E3A85-495B-45F8-B46D-35012217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登録オプションの発行を要求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81363-80EF-4969-8BA2-5D9F3DFB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C6D0D-8AE9-49AC-98B3-9732A7A3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71DAB0-187B-4577-B79C-135E83B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要求：登録開始。challengeはクライアントで生成しない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BFBC72-FD31-48C4-ACC7-A2AB95D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2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694754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29FC70-73D0-423A-9F78-BFC2958F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07 / 登録 2-3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A0FC7-E7EA-4E05-B7AB-A15F7009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登録シーケンス 2–3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A3220-85D0-4FB8-8A4F-FB66DCDE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98E80-E54A-4AFF-B4AF-E3947309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4FA99-6D57-4A65-B31F-28D12BB4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0C642-0A46-4743-B3E3-4020750C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787A4-F536-47A6-8CD4-EAC9DDEB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DD0C5-CCE5-4FB1-A26B-4769C2F0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C5074-517A-4D89-AED6-7DB53F33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EC32F-DB43-41D4-8984-0077577B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A84EA-1EC3-4385-9F48-62BD9B21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5B2CE-0EEE-465D-B904-5D06ACE6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EA4A7-E925-48EE-B9DE-293E80AC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D4CAF-8F64-4A13-899E-74C8E9B2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A4BED-FBF2-43E5-9628-F0629B25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B590C-8740-46B9-9F51-04EBBB70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5C1C2-5547-489A-AC26-29672F9B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0D84D-FD72-4946-A727-5BEAAB2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194CF-B12E-418C-A806-2BED2DA3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ABCB9-6745-40A4-A7AD-802DC9F6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1AAA6-6514-49CF-9775-31A592E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8B51C4-D167-45AD-89E5-070BD3C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3C07C-E46D-4DD7-BA6A-B2B6F320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登録オプションの発行を要求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85035D-3390-463C-A55F-9EE6C738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BD8AC-1669-4F99-864F-E9755104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2C113-6102-4A13-B6DC-64AD323B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要求：登録開始。challengeはクライアントで生成しない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2A9884-421B-4F1B-BF09-9F84230E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7533C3-B923-46C5-A463-A057E515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57718-AB34-404D-A6B3-43E2DD7E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B170B3-9F4D-446C-9620-C753812D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challengeと期限を保存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E2B5C-EC3B-42D0-9E4D-7ACADB2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E81FB-EB68-4548-88BA-68491171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FFA2D4-7D76-456F-B671-86CD966E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出力：PublicKeyCredentialCreationOptionsをクライアントへ返す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80B038-B9E7-4D86-8A40-B3ADA385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3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553121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134EBC-6C2A-4C19-AE45-89C6CDC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07 / 登録 3-4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D87EC-6F68-4B43-8BE6-5A2ADC80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登録シーケンス 3–4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EB43A-33FD-4F75-BADB-D7E1C69D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FAE7A-9181-49BA-94AB-993AE90E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F79BE-F462-4C60-A309-E44EBCC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A1DF9-245B-4DC4-BD0A-7C3C8678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16625-AB97-4BD7-B220-7BF0D820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60D8B-614D-4993-A387-6436422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DD497-B134-4A3D-95D2-244BCE39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694F3-C5D2-4DB8-8C98-D9B916D2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FEE1B-85D6-4713-BA85-300D4300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FEFB7-ED2C-45A8-8EB4-A6D1C468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EFF77-9992-42FB-B0D6-4246468C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11C84-1C70-49B4-B1AD-BE29B63B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74F3-2518-4A96-B0C0-0FE0720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C18F3-640E-42AD-8985-CA1F09B8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AA766-A18A-4B67-B378-BF1FC42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E8A40-E1F4-4E56-ADD3-B5997557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DCEEC-971E-4226-AB3A-3F097CDC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9D640-9F7B-46F0-BDEA-3B2F1F28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22038-6532-4B03-9E56-101762F3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51885-80B9-43A2-AE88-E3842B41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9951D0-462D-4DBE-8298-6FAF54CF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challengeと期限を保存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E71E6-9BD5-4464-A706-96CDC8C7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E854B-4FE8-447C-92E8-B739574A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C7C76-07A6-451D-8D26-BB0AE1A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出力：PublicKeyCredentialCreationOptionsをクライアントへ返す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AD500-2A64-4F98-99BD-3C1EE245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9BA596-BBE5-41A8-9C4D-A5E686F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A595DD-B1BA-4E6A-A105-AFD3DBE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32562-F11D-4756-8DAC-6AC2CAD0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navigator.credentials.create({ publicKey: creationOptions })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F4784-3DD9-49A7-9F06-48A09C22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313B8-9236-4FF0-9938-C1888533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50567D-0F03-40B3-A205-33FEA6F5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入力：challenge・rp・user・pubKeyCredParamsと任意条件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1F1F73-81B8-41EB-9EA6-330B355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4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088197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7EC8AF-C602-455C-8EBA-DC975C8B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07 / 登録 4-5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2795C-FBF5-4C20-B6C8-D245CF43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登録シーケンス 4–5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0A0BB-BC53-42D2-A3C3-3CF6C13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CC5C1-D24B-4E77-A5F4-8D75BFED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B451C-A268-4D57-A523-80831BD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F792B-6C1C-4C1E-9C60-D98F1C21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FFBA9-8E1E-48C1-9710-030774F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1AA21-7BB2-4F7A-AA14-2C5B4BD8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4C3E7-2395-45A9-8C58-2AD90EF8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C0621-E2A7-4038-B6A3-F5453555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88024-DD3B-4A92-BD27-7A340983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6A77A-22E8-4DD3-B136-12919675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D1988-3CF8-41FB-BFD3-F0D000E2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5B2F9-5E09-434A-A384-39D2C18D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B5F75-3101-433A-9D6E-B0C3F361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34F11-4627-44B8-9F01-4631835F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D1E9F-2548-4B09-BFB8-01ADEEBC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6DA85-DDD8-4940-90AE-B4C5A1A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52891-0857-4308-AD18-4B63B2D0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E671DB-1EB8-468D-9056-B1DAEE10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2033B-D77E-4720-AA72-DC8C6B35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33E04-7BA6-4BB6-90EE-577C8210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40BF9-ADD9-48B7-A009-95627B7C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navigator.credentials.create({ publicKey: creationOptions })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915B3-37F2-427D-B14A-BE6D7C02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73153-CA2A-4010-BB30-0B3910E4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DE77C-356D-4CE8-8B4D-D70E0C97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入力：challenge・rp・user・pubKeyCredParamsと任意条件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FA924-AA31-4978-A7F4-0D8BDDC2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B7191-82BA-4B88-BF9A-3B463891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DA177A-37DB-4C10-AE1E-861F8C58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3D110-5073-4008-A4CF-9F913C86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883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本人確認と鍵ペア生成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9B0E6F-64E5-4CCF-A440-4EC03F78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D9CCDE-40B0-46C1-B949-8336CC73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CC655D-C930-449A-9299-E6F9B633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認証器がRP用鍵ペアを生成し、秘密鍵を認証器内に保持する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EC30B7-F67F-4198-A8BC-CD65862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5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5977573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7D9C4-E3A9-411B-931B-F8F1EDE4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07 / 登録 5-6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4438C-9CE3-41D2-8E70-99618F2C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登録シーケンス 5–6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1A077-DC73-40B3-97DB-DF83BC11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63808-787E-44FB-9ED5-C4B918DB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1C460-31ED-4241-9D50-96EFAEC0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7005B-092E-4879-A024-6621E29F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2A881-886C-48E9-8003-7AB996D9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DF772-C39B-475D-84D9-C483D7E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DFD24-E48D-4408-8DDC-83F50A74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3F2D3-B239-4030-BE72-1616129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97C37-791D-4A91-8D8F-46FA2893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10AB-9500-4C67-984F-84334CD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64FB4-83A7-4358-B9C5-6F2E6A5A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8C787-DD36-4BF2-A973-292008F9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FF30F-1743-4F4F-AAB0-2A91443F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7223A-1F40-4E10-9210-8C213619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A4031-92C3-483C-9347-6930F4AE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5C52A-0EA7-479E-9DD5-748FA8A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D3766-7394-4773-ACE1-B2C1D9C0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6D143-CC3C-4323-9EB1-E23F4912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2E415-857E-4C38-A90E-140D1DAD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D4B90-5D22-4F83-8486-0E2C60C9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CDE98-227C-4018-9248-EF7ADDF9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883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本人確認と鍵ペア生成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7F347-5054-44F1-AA23-B55371AF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6B11C-C3B0-4F5D-9896-949D812E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3EA65-6AAB-4C92-94BD-94F4A215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認証器がRP用鍵ペアを生成し、秘密鍵を認証器内に保持する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5B1D9-E875-4CBB-9B0C-65CC64EA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D1D1F2-285B-4DE4-BCA4-0A7D9A27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79DDEB-719B-4CFC-A3E4-EF922B53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1DEA5-2622-45B6-9072-F6FFB8FE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登録用PublicKeyCredentialを返す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955129-3F4B-4D1C-B6FD-18A02F51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66B2B-82BD-4B21-9B7A-4536AAE9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87E80-AD29-425C-B179-EE46043C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出力：id・rawId・response.clientDataJSON・attestationObject・type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9C7EE9-44E8-4703-A5F9-9A951B8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6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1494734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768EF-E9CD-4BD5-96AD-BB3882DC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07 / 登録 6-7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27D9F-96DC-464F-9713-5AF32C04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登録シーケンス 6–7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457F1-DAC8-4DF9-A572-C69BF5BC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CF37A-9410-4A5C-B609-69D36B51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BB11B-1492-4E39-9A8E-15FE881D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A97B4-EEC9-4BCB-8BC1-3B8C93C8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36959-E708-4DF4-A262-0F7D9944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9FCFC-3CF0-4E75-B361-518257F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CB4B6-EECE-4E44-9774-4D68E202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7FBB0-579D-4C20-9A24-B4EF0F93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9E305-7609-4F60-A9A8-C39BF45D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B8CF5-B354-4588-BFE1-A045AEC1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4CB3D-ADEA-44F3-987C-D1971766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83B3A-F4F2-4CB1-83BB-A4BAF30B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0A2FF-23BE-427A-B550-4B1FF62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1E565-8481-4AE4-BF11-2F7D8CBC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5EC54-4A4C-45D6-A6BC-AB6BE9D8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2D9B8-7F9E-4735-AE28-906E4575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FD870-2EB5-4323-87F6-D64A292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A07D8-524E-41A6-A944-F4D9E860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E5CCA9-C4DF-4ADE-BE38-17BBECD6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8C44F-04AB-4669-9493-C5048753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A4F2D-42D5-4C98-8874-8AB0B07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登録用PublicKeyCredentialを返す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7DFAE-A02B-42B4-87BA-8A77F4B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AE2D3-746C-49F5-B241-54C629EF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20DF8-D7A4-45A2-A304-BCA99471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出力：id・rawId・response.clientDataJSON・attestationObject・type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613E50-17B9-4DE8-A636-6EA91623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5193BB-BAAC-4768-B543-BA12A90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E35AF-8A60-4B6C-BF18-DEAB5529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48A34-2A05-44EF-A950-7A94B075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登録結果JSONを送る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90013-B6A6-41C8-9F83-9A2A8F02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442526-A854-44BD-9740-4BAE9849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79313-F9CC-4699-8F31-15AFCD5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ArrayBufferをBase64URLへ変換してサーバーへ送る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3B4B39-BC67-4CD1-B09A-95A4D5DE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7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9194292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73E470-5BEE-4A76-9622-C0654289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07 / 登録 7-8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1A744-6805-4039-B7D2-0384C44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登録シーケンス 7–8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07F92-A500-4B2D-AA61-A655F861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32112-3557-422B-9895-2E386760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23304-BB8F-4142-9685-C0835992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F6571-26FB-49A5-A5C2-D1D113AF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DCDFB-CDB1-4176-9E22-26F58DBD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5DB82-79FC-40D7-B1B3-B2F54630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4607E-A023-4BCC-94B8-9BCE4A46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3C780-F84B-4CF9-88D9-E6432D38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2A931-068A-4F59-9295-F37F02FE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3C62B-BB67-4FF9-BCC2-98C5489E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B91E4-DC26-49B7-9040-EBB2A8A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292FF-34B1-4073-91B3-9D14D820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FA70E-7327-49FA-A4FE-2062FEF0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C6B57-7A03-42C8-AA18-419F50DF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7E825-FDEB-470A-956A-6EF0D42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3760A-1BBA-447A-AF39-CA6DA420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31D1E-5D09-4F03-BDD1-8078310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C9D5E-A8BD-4D80-B474-084A49D8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1BE79-A072-41DD-87A2-0ADB858F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56AE6-6827-4E04-A46A-98AA464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D7111-ED2A-4B42-A2A4-A58FE719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登録結果JSONを送る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38506-846F-4BA0-B037-01DCC6A1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810F0-3A93-4F05-93CB-561A3C9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F2D107-D9FE-4ECA-A5BF-BCF2CFFD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ArrayBufferをBase64URLへ変換してサーバーへ送る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1CE4D-E39B-41A2-B677-C37AF534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44723-C08D-4DD4-945E-F91E73A7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11D55A-57BE-4809-8031-5A96EC35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03C9D-6971-4CD3-A7C9-4950199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検証後にCredentialを保存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F19B60-3F76-4442-A4DB-743EFD27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21E9AA-C266-4E45-BFD1-386B8DB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426B00-6E16-4506-8186-0BE35613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challenge・origin・RP IDを検証し、Credential ID・公開鍵・counterを保存する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179180-B58B-4D00-987C-694E2A7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登録シーケンス完了</a:t>
            </a:r>
          </a:p>
        </p:txBody>
      </p:sp>
    </p:spTree>
    <p:extLst>
      <p:ext uri="{BB962C8B-B14F-4D97-AF65-F5344CB8AC3E}">
        <p14:creationId xmlns:p14="http://schemas.microsoft.com/office/powerpoint/2010/main" val="19940966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BA6047-6B31-4A13-BDC7-B86C96A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08 / 認証 1-2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EF7CE-A7AF-4421-A26E-C39BFDA2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認証シーケンス 1–2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E4348-763D-4168-80F9-6304321F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6FBFF-43D3-4179-9A70-B3EE6BBB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A7C25-9B30-47DC-8B62-4E3F12D4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7F196-AC67-4140-BCE8-24B3072B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D70F7-4B8E-4FFC-AFD1-FE2ED4C2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BACF5-5047-40C8-9754-965DED83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280C3-53CF-4348-9D3A-18300E32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EE104-578A-4851-83F1-9171539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54CED-93A5-4657-ABCC-30AB585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03D5B-61C7-450D-9890-03F3E386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EF101-172B-49A4-BF2A-D62FB797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AB3EF-08C9-45CB-8AA2-0509D426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4CB5D-381E-416F-9E11-436BBCC4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25B7E-0E50-45E4-B1B6-898F7FEC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029DB-1698-446C-88B1-4746D994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83096-615F-47AA-8116-EDC28A42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703E8-92A1-4612-8370-ABA20FD2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8C4E9-1FAF-4827-A716-C4BE24F7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844D-B86A-4B39-B9EA-EADE56F9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3D3EA-88C0-4593-891F-AB7B75A4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29E66-2EA0-424E-A52D-C08506C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パスキー認証を要求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0CAFF8-AC31-4FBE-9862-D281751C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66AB3-4613-4D84-9DB6-57EF9658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5EFC52-3C7F-41D6-9816-1E33A24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入力：ログイン開始。ユーザー名は先に入力しなくてもよい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0517BB-7D1B-4586-85B4-9EDA92E4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A6B67-3838-4691-AA53-A4DEF61F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B50FAD-D6B1-47F3-A5C6-96ACA9E8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BF59F-082F-42C2-AAEA-C357D82E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認証オプションの発行を要求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D9847F-A89C-466A-8A66-C9DDE23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14AD57-035C-44EE-B923-9A6A8F6F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EFD5D-B94E-4836-AAB8-071C1E5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要求：認証開始。サーバーが新しいchallengeを発行する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54A937-5BB5-4334-A0A5-D7876A93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2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0133276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089F2-34C9-4B18-9360-EB64FFFB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08 / 認証 2-3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D6AEC-A5A3-4236-9C00-0A079874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認証シーケンス 2–3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FC403-C8F5-4A47-B84F-5954B90C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F97B4-B8A7-4768-A4A5-DB0C363A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065A5-F751-4662-B03B-D57C77BB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CFB60-6D5F-4103-9124-39E5C7A1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AB68C-79F0-4A37-AFC2-BB8794B9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2C159-BC42-4FFE-96CB-885B698A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0F6C9-396A-4708-B5E5-3E28C7E6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570C4-ABFB-4E42-B127-6F9E94DC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15624-7C7F-4E4C-A4C2-B778704A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781FA-8B4B-44A0-B26B-BB18AE40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5B9FD-CEA3-4BD6-9E9B-326F8259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6594E-FB5E-42CD-9812-CB42224B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380341-7D27-456C-B427-B293CDF5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8587A-A02C-44F5-8DB8-CAC18E6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BFF53-410A-4129-BB8A-24425170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51060-BE7B-4E6F-ACBF-69430548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E1967-E060-4A51-AB08-CA68DFF6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13E1E-5A52-4B99-BEB9-AA954F7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F313B-4271-44F9-A269-A91207F4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73F50-C034-4BB4-88F1-B69132F1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8C324-8C8B-44DE-8A61-37FE6F02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認証オプションの発行を要求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A0437-6656-430A-826A-D3ECD376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746DF-3FD1-4185-A075-EA557C42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838F3-F39D-49F8-A4E4-EE24C1A4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要求：認証開始。サーバーが新しいchallengeを発行する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D2FD7-8F04-432A-9853-6EC2FF15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C0DC2-704B-4CC8-A2CE-A2B336B2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06034-58FF-4DCD-8AA6-4E7E89AA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EB82FE-B90E-4D73-8862-2165B3AD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challengeと期限を保存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70C0CF-0BF8-4F86-88C9-FFF1ABDD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E38FB1-922A-49F1-9985-78B1E54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E90A0B-3E64-4E73-A24A-7AE89EBC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出力：PublicKeyCredentialRequestOptionsをクライアントへ返す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5D33B3-28C4-4F47-A4A1-09CDFF03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3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984335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59D2C5-C9CF-4AD7-8E87-04A2DAD7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08 / 認証 3-4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79AD0-9383-4DED-B09E-45B3C5A0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認証シーケンス 3–4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B7EEB-1B1A-4573-B844-78A10DBA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217B0-30A0-4D5E-B7CD-87797CF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BD039-708F-4352-B51D-B5989291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F625E-183C-49A7-9727-5BDA751D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02A0D-35CC-4F55-AFCB-43E6C4E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BB245-D885-4872-96B4-0AAE8BB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63FDC-E0EF-4C51-94A0-BC55035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27BE0-61EB-427A-A76A-F6CEB73C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1695F-A1CA-4D93-9307-80C150BE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1F2D4-955E-4751-B3DE-F93DA98F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5A035-304E-4C6A-A98B-B3E4123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D7484-BE74-4F6B-A07C-0B050D5A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539C2-0306-4F01-81E7-C078E046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A2155-10E7-4D60-8CA1-2B9BB7F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5E663-8345-4AC3-8D3A-1A7FEEAD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33F8E-76B1-4A33-B86C-F78E3A40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4F489-6760-4EED-A82B-56B4C207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0F6CA-90D7-4CF7-9A22-DD491A49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B44DE-8376-40A5-AC60-427E6AC8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E4FD9-7F5B-4037-96AD-80EE49B8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01D41A-8E2E-474B-BDD9-8A2C7A0F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challengeと期限を保存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FE456-9CE5-4F51-8F3E-BEB1CC67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2C01A-FF63-4B05-9859-5C4B737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85EC33-F3E7-4234-AF67-6B03E44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出力：PublicKeyCredentialRequestOptionsをクライアントへ返す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91E51-2132-41AF-9E49-54E4A04D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2139E-3670-4F9E-9399-AA665B29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FAF48E-5C8C-458D-8D91-11D7855F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FA624-0580-4F1B-8A4E-B9D12848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navigator.credentials.get({ publicKey: requestOptions })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E4D98C-B288-4510-8208-D517C1B8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64C5DC-849B-4365-9DE1-FBAA66A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E768E6-A154-4693-A910-2639A7C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入力：challenge・rpId・allowCredentials・userVerificationなど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FCF651-B221-4EEF-B851-D659C52D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4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20117989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6B77D1-5CFF-4C0B-8130-0CCDA833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08 / 認証 4-5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45631-288C-4080-A438-82CA734B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認証シーケンス 4–5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91125-3A98-4689-91E6-31FC0B7F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F5EC0-12EB-490E-A15F-D327AED7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A02EE-E843-447E-9F90-71F9DD64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4BD48-17CD-46CF-B4A3-B716F0B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1EC94-C640-4945-929B-E9B12354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94307-B261-4FC9-AE48-4148B812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B3DC2-F301-45C2-B7C7-C8556F59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DAF3D-5063-4F5A-8B9E-88B35932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35675-E365-4B02-8588-6DDFEABD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CD2B3-F03E-4B16-AB3F-0E14C243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71148-1807-40C3-BD54-99868E87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5B442-29E7-4294-BB3E-2CA91911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18E456-5249-4EA1-B470-B350B385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FBF5E-17AC-4778-BAB9-1AA3C84F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8295E-71D7-4E45-9DC1-73258BDD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BF320-B9BD-4D76-8470-2E72BE47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C8BA3-7AD2-4690-9CC5-F42E151C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08556-3247-488B-B7F8-A16B14C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4FC2B-6468-4A73-9C6D-53CA6A05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52BC6-B5DA-484A-887F-5A20D7C6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D97654-D366-41A2-8C66-F3CE119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navigator.credentials.get({ publicKey: requestOptions })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A6D6A-901F-4B0A-B618-8B5CDAFF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75ADD-1FF1-4F8F-8370-5115E1BC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4AFCED-CC0A-46AA-AC6B-61EA9DC8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入力：challenge・rpId・allowCredentials・userVerificationなど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905187-8299-43C4-B3B6-B9B3B893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CDD32-9AC7-49CC-A70B-0FB2D0FA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D4570-509A-4AA5-9607-A1C7D4D0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6E17DD-1FE1-4422-9B3D-B9B272A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883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本人確認後に署名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2EAA5-1A04-4CCF-AEEE-274C1A7B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5295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0F81F-CDA8-4B2A-BB4B-E186746D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A69AD-F1E2-43CF-8FE9-7679E547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認証器がRP IDに対応する秘密鍵で署名する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5FF78D-7F7E-41DB-B946-5B7AA593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5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3585399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FB7BB8-C124-4CA1-AA19-66344C5D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08 / 認証 5-6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8D0A5-3DD7-486D-8616-8D659F30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認証シーケンス 5–6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27159-6FD9-4022-86A4-7DD2EDF4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53F4B-48CE-475E-B044-CA0E0D7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E6437-EC9D-4C04-BAAA-2A08F2B0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B19BE-86C6-4328-9287-7403636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3A4BE-A84C-4F34-BAFF-1CA41878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644BE-98D9-4574-816F-99EB9505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A9538-2FD0-4F1A-B04C-88D29B1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7FB10-FDBC-40B4-96C3-2FCD83C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45487-C212-46F4-9C7A-017B5146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D1EB8-91C0-42D8-990F-F6B787B1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C8933-093D-4554-A6F3-81A3E393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CBEA8-7D70-41AD-8B3D-97385B73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9B79B-1809-4AE9-8D6A-4E524DB7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999FA-7E25-428A-8BF7-B1E82BBD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DB799-63F2-4B8B-8F92-E27EA02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78F77-6276-4EB9-BA74-0B27FBCC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88FC9-BDD3-451E-97F9-E8A80DC0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F7DDC-486E-44D5-B8D6-3BF739E1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67B8A-D4D0-4B52-ABC0-2E8ABFAE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F2E43-BE75-4FC9-A5CF-945B8206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DC09B-D21A-4FDD-8454-C4F18B7B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14550"/>
            <a:ext cx="883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本人確認後に署名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15681-E4B7-42FD-B85E-3EC2AE91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906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30C09-D9ED-4F70-8B11-EC5696A2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989DE-C2DE-4FB7-BC94-6BF8C919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認証器がRP IDに対応する秘密鍵で署名する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CF6769-6DE9-40BD-8AF0-37FDF9B0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9DE33-99A0-4FCD-8FD4-D85EB12B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CF9DD-9235-4CA7-B7EA-0D4005F3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C373-9747-473C-AF9A-4FDDA772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認証用PublicKeyCredentialを返す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40061E-5B6A-41A8-9CB4-E719B018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EFBB7-C035-419B-A2DD-B98A3E7B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246AD-D29E-4436-B258-A3472B1B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出力：clientDataJSON・authenticatorData・signature・userHandle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D19AF-0A54-4991-AB08-26120E12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6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6366353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EBF07A-69DD-4ADF-9A7B-84E570D1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08 / 認証 6-7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73D96-1D3C-4832-9FAA-0D4CCCD8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認証シーケンス 6–7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0D3D-6E7B-4B6C-9409-814E0266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34F1A-42FC-4DA6-8DA3-8F717643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8F870-2F4B-4BA2-9348-2F77F42F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20E5F-69DA-4DFF-BC25-D79B99E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8BFCF-9AC1-4225-A0A2-08A798A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39E11-DB4F-4C38-B115-DD04EB16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9F22B-3757-46B4-8FEB-C2A0544E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40129-66F5-452E-A99C-9530E46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67341-7A97-4B19-8F98-684BB6B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3F69C-6D60-4800-A938-0629325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CD450-1819-4653-8665-F909DD4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CFB8D-4E58-4774-9B6E-68B23472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A941E-9FFB-495B-A0F1-94783754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4C5CA-B9FB-4A48-A294-52ADAD92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21AB1-ED42-43FE-85EF-72C6647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FE58D-1269-4841-AFD1-87BA69D2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488A9-38FE-4114-B615-E5B973E5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E8A2D-36FC-433F-A64B-D997D711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F10DF-EE8E-4582-9F24-A854CB9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DD2B5-441B-45FE-A37D-30686CDD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0DDAF-7C8A-4766-8EEE-E5ACAC4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認証用PublicKeyCredentialを返す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9A9D1-6EC9-4A71-AF36-8DD8CADE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680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49BFCD-8232-4AC4-A32F-21BF8BE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1E1FB-51CD-47C5-AEFC-ACAA3AEF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出力：clientDataJSON・authenticatorData・signature・userHandle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122D8C-FE00-4243-A2C4-47DD5BC6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6A4E6-231C-46E5-9CD9-AE9153B8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70693-31C0-42C4-835B-499B74C3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F338D-91B9-4658-AA31-C5366CF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認証結果JSONを送る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5B1BFC-8A73-4C5D-BCC8-0C2C5B84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7C5D0A-12E5-435A-8AAE-4C600F91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EC15B5-A38F-4E4C-B915-64B0FE2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ArrayBufferをBase64URLへ変換してサーバーへ送る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1E044D-6350-4CF1-8597-3A0FBBC2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次ページでは 7 が上段へ移る</a:t>
            </a:r>
          </a:p>
        </p:txBody>
      </p:sp>
    </p:spTree>
    <p:extLst>
      <p:ext uri="{BB962C8B-B14F-4D97-AF65-F5344CB8AC3E}">
        <p14:creationId xmlns:p14="http://schemas.microsoft.com/office/powerpoint/2010/main" val="12116238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EB63B1-293E-4131-BC21-FC2D412D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08 / 認証 7-8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BFA9B-B635-4B91-9E26-41BE603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認証シーケンス 7–8 /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32EA4-0B6B-494F-ABFD-E060ADC5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7B0F5-D6B0-4404-B4AC-33260CF8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A8DFF-64B4-4BAC-BC82-0872A768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6D0CA-10B5-4938-9854-BD407098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E57E6-E526-4993-A6B4-33787AE5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C8800-76A7-408B-9333-E465033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B79BE-6E6A-41FB-AA84-20052ADE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クライアント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4D185-ADE3-4002-AEE6-908B75B3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7C63E-5BF4-45FD-B675-16014024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4880B-AC3E-47FA-AA3D-1CA8B0B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FD6CC-F87B-44A2-B537-1DC0602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4586E-8AE6-4A39-B225-F7FB1A74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C6E79-F6B1-44A5-A266-4B192A2D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42D4C-95C8-4C14-8848-DE7DC0B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57A95-3FC6-4BAE-9A5A-00F56BDD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371600"/>
            <a:ext cx="1752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C8737-D575-4F3A-A2EE-EBFA8EC6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28750"/>
            <a:ext cx="1752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DAC4C-6430-4E06-AF65-2DA27EDB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7335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89ED9-1E21-44BB-8DDC-1771D886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FB1D1-D190-4E18-B7AB-4F2A56C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40663-2C7C-4075-A014-ADEBA2F0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現在の手順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E75353-B358-4CAF-A9E0-75CD2FB1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14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認証結果JSONを送る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37658-1313-4F3E-880F-1B6177B4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FCBAE-EB09-401F-B6AF-455E0A22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FB346-4091-4714-ABE4-0708CDD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ArrayBufferをBase64URLへ変換してサーバーへ送る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42CFE-A910-4440-83FA-4EBC141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A65D9-3623-46C8-92A5-46867DD9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9ECB8C-612B-4C9B-9EF9-DEAFCF5A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次の手順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01EB61-65AC-469D-959F-5AA462A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検証後にcounterを更新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7968A5-DEED-4E86-88A5-AE3D9751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2266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A9BC3D-A924-4DE9-9C96-869FBFA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57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106620-1F8B-4AD9-BD70-E6566467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保存済み公開鍵で署名を検証し、成功後にnewCounterを保存してセッションを発行する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3B450-1420-4DF1-84D8-DB0A952C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認証シーケンス完了</a:t>
            </a:r>
          </a:p>
        </p:txBody>
      </p:sp>
    </p:spTree>
    <p:extLst>
      <p:ext uri="{BB962C8B-B14F-4D97-AF65-F5344CB8AC3E}">
        <p14:creationId xmlns:p14="http://schemas.microsoft.com/office/powerpoint/2010/main" val="15134201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C334F7-E2F3-476C-86AE-53EB3D72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09 /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2C667-1C08-48C4-AB93-667A4B6C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challengeは発行・検証・消費までが一組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12062-8B79-44F1-91D9-F06CA13E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435C6-95F1-4E71-AC6A-C937B8ED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CE068-752A-4297-918B-6B84F543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1DBFD-1F36-426B-B4F7-66D1E7CD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段階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8E569-08E2-446C-BF7A-31E1C5D2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764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1051E-0727-41D1-86C4-4419F841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049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処理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BDD60-5159-48BB-8899-130C13C1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01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EA1C1-136C-4B9F-BDEE-7B3C9434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04975"/>
            <a:ext cx="481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47A72-BB95-4000-8C1C-21C6A939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0EA24-80A1-44D0-88AD-73DD3734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発行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51C1E-6AC9-4E54-A69E-8523F73B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D64E7-FCB4-495F-926C-6F1AFF05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24075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サーバーでランダム値を生成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F90D5-CE1D-4DBF-89B4-A663BEA4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702B4-1BC9-4BF3-8F22-12016466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24075"/>
            <a:ext cx="4819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登録用と認証用の用途を分ける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4B183-A4ED-4436-A6E3-6179482D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D187F-E1CA-43C0-9CF0-A5F1AC4C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884F1-20B3-41F5-B721-BCA1C32A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43B40-4CA5-4741-AE8D-05555C2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62275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有効期限と一緒に保存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F911A-F184-401C-AEE4-907DBDB2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84F4A-8543-483E-8F8C-65B86A51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62275"/>
            <a:ext cx="4819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検証完了まで保持する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D866C-A71D-430F-A74B-A2BE35AE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16674-C8A7-4761-A775-DFC64901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検証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359C7-68DF-4360-8B11-103744F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528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55748-09F3-47B6-8CA8-54EDA7A5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00475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返された値と保存値を比較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C267C-1B00-4C62-9DBE-2DD44F54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2682A-9FC6-4308-82D4-C7959A0A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00475"/>
            <a:ext cx="4819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未使用かつ期限内であること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188B1C-F424-4AE4-86DD-07DFE807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861B27-19EC-456D-BDE9-53764214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消費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78E2D-0D9B-4CEF-871C-640672E3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91050"/>
            <a:ext cx="4095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52F043-E2A5-4D49-B871-C8716A22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38675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検証成功後に削除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A82809-5531-482D-9AE2-FBEF8CF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501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5B3271-EF23-4E51-8348-38837185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38675"/>
            <a:ext cx="4819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同じchallengeを再利用させない</a:t>
            </a:r>
          </a:p>
        </p:txBody>
      </p:sp>
    </p:spTree>
    <p:extLst>
      <p:ext uri="{BB962C8B-B14F-4D97-AF65-F5344CB8AC3E}">
        <p14:creationId xmlns:p14="http://schemas.microsoft.com/office/powerpoint/2010/main" val="13188707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382CA-F770-41E6-A74D-1ACD73CB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10 / SIGNED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B3484-40F3-4A8C-8EC0-0F4B6BC8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署名対象はchallenge単体ではない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B892B-F6E3-47E5-9364-9691EB5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2AC33-8EC6-4CC7-8044-D877CCC2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82E1-5248-4A8F-AAEB-086F8F68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66850"/>
            <a:ext cx="9144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DA22D-AC75-4CA2-804B-22F2F837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020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authenticatorData || SHA-256(clientDataJSON)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C9156-2A47-47D1-9608-A7AE39D2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13461-1141-4BD3-A07E-7111655B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データ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EE9B7-B156-482A-8809-57D0CA99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466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FDB64-4E44-43DB-9D12-51759F5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860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含む情報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6539C-AC86-46E6-AEA6-65D6C93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57500"/>
            <a:ext cx="386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9157B-A440-45E7-8AF2-3F791D37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86075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サーバーが確認すること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9359A-AA1A-4476-BDE0-8F22E3D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35DD0-84F6-4F9C-8708-D3CFCA3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clientDataJSON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1E522-ABEB-4D2A-AAB3-4B11743C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57550"/>
            <a:ext cx="466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B0BE8-2E0E-4424-B078-3427E59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0517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type、challenge、origin、crossOrigin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8BD98-F31A-432A-9222-32C0B033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386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4EBEF-EE03-4023-BCE4-F11B98F5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0517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今回の要求・許可Originか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0F192-195F-4720-83F5-D3586B68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399F5-CEF6-47FF-A71F-663E9A89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authenticatorData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E5A62F-BD68-48DB-8E5C-A6C6503B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76700"/>
            <a:ext cx="466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5AD2C-B252-43BC-B4A8-8778BDBD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2432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rpIdHash、UP/UV、signCount、extensions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FB7EA-6B7A-4491-A500-39A4CA61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76700"/>
            <a:ext cx="386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65F12-AC4A-41D5-B7CD-0AEF2B59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2432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 ID・操作・本人確認・counter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2D28C8-F473-44D1-88C2-ED0C406E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28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2EA3E-8585-48D6-AE3D-95BE2E4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signature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BE18DE-75DB-4091-8088-F2523D1C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95850"/>
            <a:ext cx="466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A6C48-2F75-479B-8E4C-A011B06A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43475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上記2データに対する署名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6C20F-A3E3-4BC9-9B77-73829E07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95850"/>
            <a:ext cx="386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945C82-51A0-4C55-A58D-AB7A2C5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4347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保存済み公開鍵で検証できるか</a:t>
            </a:r>
          </a:p>
        </p:txBody>
      </p:sp>
    </p:spTree>
    <p:extLst>
      <p:ext uri="{BB962C8B-B14F-4D97-AF65-F5344CB8AC3E}">
        <p14:creationId xmlns:p14="http://schemas.microsoft.com/office/powerpoint/2010/main" val="10613407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F6306-F4FD-4EA2-AAE4-B52B50F5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11 / DATA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B1385-DE77-45FC-A195-201D62F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HTTPの文字列をWebAuthn用バイナリへ変換する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95FD9-AE1E-499E-B7ED-8FFC54D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403BE-FEB1-451D-92AA-B5F790B2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C3FE1-D3A8-4341-B0EE-172E35F8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97935-EDE3-463E-A0C7-C97BFADD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3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decodeBase64Url(value: string): Uint8Array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encodeBase64Url(value: Uint8Array): string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C248F-E97B-4776-B178-A5F6103B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28393-87A3-44E2-B4EF-8F53961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622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場所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49545-C737-4B0E-BD36-069CA4BF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337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20644-CC8D-4E32-9D73-DA2FD72D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622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表現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1DE3E-2513-4A78-A6CD-B22BEDCA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520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2EA87-D747-4FBB-9977-F1B5A661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62275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対象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81425-C109-4D54-B7FB-3086CCC1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D1BF1-1193-48AF-813A-20118741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HTTP /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9B4EF-0F8A-4242-806D-1D795EE2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E3DC8-CDCF-4191-923C-C4F6F27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813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Base64URL文字列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5F5C4-CDC0-4329-9B66-DF55661B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520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3015C-91FA-4DCB-9305-734B041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813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challenge、Credential ID、レスポンス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3C6ED8-B666-4122-8BBF-4E640F17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9ABB8-DEBA-4ECA-A098-85598A4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WebAuthn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5FA1B-9834-4890-B625-5C97943D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767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50500-7B4E-446B-A71A-ECA2D90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2432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BufferSource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2F5C0-3773-48D7-A5E2-8711522F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76700"/>
            <a:ext cx="520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377E3-016F-4C5C-B231-D2492001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243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challenge、user.id、Credential 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108AEE-AB80-469B-95A6-B0DB2C6E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28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4F6E0-C56C-4339-A3D7-E3A46D4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実装で使う型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08B67-3341-4BE0-8F06-7DAB7A26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1965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0BF424-CB04-4CE9-BAF7-AD8D7C78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672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Uint8Array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D6230-0B9F-49BA-B7CA-E6C65EE7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19650"/>
            <a:ext cx="5200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1F575-4424-449D-97A1-BB20A03F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672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ArrayBufferを1バイト単位で扱うビュー</a:t>
            </a:r>
          </a:p>
        </p:txBody>
      </p:sp>
    </p:spTree>
    <p:extLst>
      <p:ext uri="{BB962C8B-B14F-4D97-AF65-F5344CB8AC3E}">
        <p14:creationId xmlns:p14="http://schemas.microsoft.com/office/powerpoint/2010/main" val="16172459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1BC395-97BC-4ACD-95D9-A06EBEEC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12 / API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0E3DB-701F-4B03-B6A8-25EFD0FC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登録と認証で使う関数と型を対応させる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5636A-65B3-4BA7-A056-AFFF090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B5C1C-6B1E-49D1-980E-41176C5A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8A5-2C9A-4EC3-891F-4F6673C8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4FFED-CFC0-4AB4-98C5-E6FE62A3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処理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C321A-62B9-4E06-830F-BA40AB13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4505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DC8E3-6EF5-4162-98C2-88901ED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47825"/>
            <a:ext cx="431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登録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35C22-CB34-4C10-A044-5A8B4355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4505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FC8DC-0B68-4806-B545-0F70F63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47825"/>
            <a:ext cx="431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認証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52946-48A1-4937-922A-C4772989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CE8CF-0FC3-46EB-93A9-94A49365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ブラウザ関数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3F88F-2EAD-40B5-AC77-45F19C16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193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AE8C7-B8F0-4CAE-9F29-0E76142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669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navigator.credentials.create({ publicKey })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7DD35-F241-415B-9E22-B12A10D2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193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2B9EA-91F2-41C4-9A09-8B1104D1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669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navigator.credentials.get({ publicKey })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50F29-E90B-4623-AE7F-135D6FE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252EE-96C6-4299-A0A7-C25D796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オプション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01EEE-1348-4BB0-B314-F1318BEA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956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FAB5A-549D-4254-966C-16AF0C9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432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PublicKeyCredentialCreationOptions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C1406-BCCE-4153-BF2B-BECB057E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B23FA-3011-4CAA-8561-FB4584CD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432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PublicKeyCredentialRequestOptions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23479-01E5-4103-9804-4149B75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7FEA6-260A-4E50-B635-687CEB6B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8F68F-4C04-4622-A23B-6F839D92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FEA61-74F5-42D8-A9D6-3384AD6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AuthenticatorAttestationResponse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06687-9BCE-4A50-A16A-59CA8F42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719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E24C86-969A-4ACE-BF59-0B0E7EE5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95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AuthenticatorAssertionResponse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38900-B6AA-498B-854D-C00BC5F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45E7E0-8822-4A0F-8D42-1E4F7F75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サーバー検証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25CAB0-490B-4806-8FEC-020AF088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482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224B1E-5F22-4B7A-8CF8-D5B1EA6D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958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verifyRegistrationResponse({ ... })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FBA392-8ACE-4D58-A004-74B10565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48200"/>
            <a:ext cx="45053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5A9DBD-8D56-4B5B-9178-322059C5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95825"/>
            <a:ext cx="4314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verifyAuthenticationResponse({ ... })</a:t>
            </a:r>
          </a:p>
        </p:txBody>
      </p:sp>
    </p:spTree>
    <p:extLst>
      <p:ext uri="{BB962C8B-B14F-4D97-AF65-F5344CB8AC3E}">
        <p14:creationId xmlns:p14="http://schemas.microsoft.com/office/powerpoint/2010/main" val="13076703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4E651-6238-4DD1-85A0-9FBC8C9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13 / REGISTRATION 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EF21B-D1CF-447A-9CAD-93C29641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create()には登録オプションをpublicKeyとして渡す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8114D-7C7B-421D-84DA-4BEDAE2F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71EB1-64A5-478E-BFE3-3A34AD1B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A70A9-E37E-4930-A33A-E86E3A5D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05A68-D28B-420A-9827-A2C19610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43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credential = await navigator.credentials.create({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publicKey: creationOptions,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314DA-2AC4-4E15-B6D1-18CA7CCE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68150-7BDA-4F3D-9CEC-D790AF0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引数プロパティ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8B344-0402-4ECE-B6AE-183BD87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17BE4-6188-486D-8CA4-639D7058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FD5D3-98BF-43CB-B82E-B1014E9C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A4AB9-ACE8-49E1-8903-47FCA20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479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渡す値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2A55B-9368-44C6-9110-766E29BE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B2DEB-62CB-43B7-A3E6-E05099EC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479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B5375-33EA-48A5-B6BF-395C9366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2360C-ED63-44EE-B723-5D601406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publicKey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9DF27-5579-49B5-A7EB-2FB420FB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4C5F8-A363-4250-9382-A7097F1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670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PublicKeyCredentialCreationOptions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412CE-CC8F-47A6-8961-7EF2E0A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194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E9A2B-F419-4B25-85EA-A1E7F247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creationOptions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4D78D-10F4-4897-81E1-4C923470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377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01D0E-68CF-42CF-8032-F316B4E8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登録するRP・ユーザー・アルゴリズム・条件を指定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FA881-ABDD-4EE8-A573-B0F61A25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4290A-0B5B-44B8-86C2-10429F50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成功時：PublicKeyCredential。responseはAuthenticatorAttestationResponse。</a:t>
            </a:r>
          </a:p>
        </p:txBody>
      </p:sp>
    </p:spTree>
    <p:extLst>
      <p:ext uri="{BB962C8B-B14F-4D97-AF65-F5344CB8AC3E}">
        <p14:creationId xmlns:p14="http://schemas.microsoft.com/office/powerpoint/2010/main" val="9785469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EE0CEE-43F3-40D6-9756-786A1A04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14 / CREATION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B9019-E58F-4DC0-BAF9-7258AF8D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登録オプションの必須プロパティは4つ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D6397-2799-4ED7-91F6-709E04B8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EFC19-762D-4FE9-A660-11233726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663D1-D840-435B-81D6-12ED7412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PublicKeyCredentialCreationOptions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4A126-CE30-428B-9994-4C11F36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3C44F-757E-4A97-A304-B90B3FF4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必須プロパティ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70DC-1735-430F-A421-B64D63B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5AFB5-EB5D-4AE9-AF14-6EF92BFC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15166-D5B5-4779-A4B0-B48F878B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42130-52A8-4227-A4BC-DBE1340E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06127-2778-4937-ACFD-CF68C9B2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912C1-AE6E-40AC-BB45-30FD59C7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A23FE-A7DD-430E-9C55-1DABBAB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84ACF-7193-4AE1-8102-3287BAF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40CB4-3F17-4CB1-A8F5-75E109F5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7DFD3-9FF0-43B2-8579-5E7BE897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challenge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B6944-03D6-447D-A2C3-1D449985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84E99-42D7-46C1-AF69-28718A52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BufferSource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CAD05-D76E-4AEC-A118-69FB2C9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CB381-242C-4C12-82FE-D2692892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ArrayBuffer / ArrayBufferView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80E2CF-AFD6-498D-86A0-CBE064FD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BC2E6-A217-4B1E-93A0-932EB5B7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サーバー発行の一度きりの値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D5F6E-8485-4A70-8AFD-E0A58498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78D63-91E1-46A0-8913-4E069000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AECC9-4F53-40D1-95C4-ADEC7E99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16E2F-195C-4C97-BFB9-06873076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PublicKeyCredentialRpEntity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5DAFC-9275-4A5D-B87D-963988C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6945C-2406-49A6-9A10-45619D4E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{ id?, name 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DD3C4-3167-4FB8-8DA7-ABD69280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8C14AB-CE45-409D-87EE-AF1B0D19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資格情報を登録するRPを定義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2BEC54-CC4B-4627-8EF3-6E706D79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27D5B1-8DC7-4816-8DC4-16127EA5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1CF3E7-9192-4C94-9391-5A22D02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3FE7FF-DDA9-4465-AE1B-C107518E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PublicKeyCredentialUserEntity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A31021-709E-4243-8A10-1A355105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3DD1B5-8933-4B1F-BEE2-C74C551C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{ id, name, displayName }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BF42D-23D0-41F9-B7DD-D1F953A9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E882EA-6639-4939-A8F8-899D49F2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資格情報とユーザーを対応付ける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A9373F-69A3-4A71-B485-5D1CC7E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AA02B2-7E42-499A-AFCC-11CA2848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pubKeyCredParams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78EE85-1C82-42CB-AB03-905CF10B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98B0D6-511A-4840-A774-DA8360F1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PublicKeyCredentialParameters[]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DBF8A4-388B-45F2-8B75-154F184A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9DCE9B-22B6-4C01-8A1B-487307E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434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typeとalgの配列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5415BD-5DF4-4240-904F-4B0F759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958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6E551C-5D81-41F4-B43A-5C3240C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対応する署名アルゴリズムを優先順で指定</a:t>
            </a:r>
          </a:p>
        </p:txBody>
      </p:sp>
    </p:spTree>
    <p:extLst>
      <p:ext uri="{BB962C8B-B14F-4D97-AF65-F5344CB8AC3E}">
        <p14:creationId xmlns:p14="http://schemas.microsoft.com/office/powerpoint/2010/main" val="8026052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75925E-9D89-4B86-B36C-828D4471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15 / CREATION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FA8F5-61A6-40BC-BCB6-06DAC2A0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rpとuserの内部プロパティを区別する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C0A6E-D85E-4945-A5D7-EC8FA800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7A0BE-FDB8-4FCF-9B7F-D22CA3BC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E982D-B761-4D21-87C9-09BB94F8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rp /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2E24D-74DD-4AAD-825B-F6C2DF74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6C38E-C5AD-4F96-840B-300BCFA1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必須・任意を明記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E14AD-0EE2-40A7-92F9-EA6EDB48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C2AD3-00BA-41E4-B008-58EF5BE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DFB64-FB0E-477F-939C-55D58DE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CD0C6-292B-4CEE-A452-CDF1F660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70B29-E6A2-481A-8755-D49B7579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54DA5-3E20-412B-9DDB-1BBA4E67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99F5D-AE12-4A17-AAF7-947563D1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94932-701A-4729-8966-568B24F0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9AECF-7FBD-46DE-B5D4-B2B2E7BB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C27E1-B987-44D7-9CC2-BB2CC84D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rp.id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0F0BB-417F-4723-B329-A45FCC5C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A4BB0-A474-4117-BF0D-EFF5CEBB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string（任意）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E5A31-F0C1-45A4-AFF5-55A2429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DF2CE-27B5-4E0D-8B06-BA3D0C42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example.com / 省略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7F0FD-FD14-4D86-AC1D-D1AA1E37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18C4F-6E9F-44E7-8EC8-6D9AF66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資格情報を利用できるドメイン範囲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A7B4B-9755-4E51-9F5A-FE2D40B7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57F36-ABFF-45B8-B83B-938131E8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90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rp.name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C4556-9A60-49E4-B607-08457A2F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9082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5CFF8-C2DD-4AB9-A30F-742E6C08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string（必須）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7F718-64C5-4587-AD0D-228E5F7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90825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B9BB10-6AE7-4EC3-A058-A22F6A79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38450"/>
            <a:ext cx="2590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Example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6C0620-E79C-42A5-8616-AB66E039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90825"/>
            <a:ext cx="3752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CE6E7-54BC-4E4A-9910-AC07BF56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38450"/>
            <a:ext cx="3562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RPの表示名。後方互換のため必須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0FCE71-6AA9-4A93-80FE-E87C5DC2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196EB9-EF1F-400C-A105-ECA54E8A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90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user.id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36E60-8EEF-4603-A4CA-6FF309E0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29000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BE353-CED7-4BE6-B5C0-55D220AC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7662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BufferSource（必須）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64B16-CE84-4661-B711-DBFB87E4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8F5612-F6C1-4EA1-BD71-0106ECE2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76625"/>
            <a:ext cx="2590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最大64バイトの不透明ID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2B0FCE-AABE-4868-9363-48130C8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29000"/>
            <a:ext cx="3752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C3776-D112-49B7-92F5-04970872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3562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変更されない内部ユーザーID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A411E2-0988-4E9C-80A0-0FFC3CD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9FD5CD-E0A6-4DDB-8E30-091AB54F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90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user.name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DD8864-3EDF-451D-8966-CE5B3644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671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19CC6D-6DEF-438A-888B-9BC88535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string（必須）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7B38AC-4D2F-46F2-A120-8A91512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67175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389E65-1074-43CD-92CF-523F6B45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2590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ユーザー名 / メール形式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48956A-7DF8-4F7B-8C44-69154629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67175"/>
            <a:ext cx="3752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4447DD-1DAC-4D82-BA66-310415B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3562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アカウントを見分ける識別名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3B7D0F-83FC-4572-BB39-B58E3A4D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095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BC8D54-6EF0-4BA1-9B69-ABA60912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1905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user.displayName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3DBC1E-856F-46D8-A698-C8390B1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05350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FCAC87-C5ED-400E-953C-1163221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5297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string（必須）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D4A9E0-8FCA-43B8-A264-BF7D03E5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05350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65B9FB-ACAD-4E4E-86AA-9D09DE1E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52975"/>
            <a:ext cx="2590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Alice / 田中倫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825027-7A67-4C88-BFD4-3FB7905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37528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8BF50B-380A-4149-96EE-A05D0CBE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52975"/>
            <a:ext cx="3562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ユーザー向けの表示名</a:t>
            </a:r>
          </a:p>
        </p:txBody>
      </p:sp>
    </p:spTree>
    <p:extLst>
      <p:ext uri="{BB962C8B-B14F-4D97-AF65-F5344CB8AC3E}">
        <p14:creationId xmlns:p14="http://schemas.microsoft.com/office/powerpoint/2010/main" val="9138701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07615-B6FF-47AC-91CF-91A90653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16 / CREATION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6D326-AAD4-4510-91F9-3C748B00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pubKeyCredParamsは資格情報の種類と署名方式を並べる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ECD85-CDDB-4657-BF48-62D74F6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5F53C-8287-46C5-8FBD-0ADC5DCF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3310B-9492-496C-AC1D-7DE9ADC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pubKeyCredParams[]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2BD13-2E74-43D7-B9CB-5C22FE1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1B843-90FB-475D-AD9F-71C54B5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配列要素の必須プロパティ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20219-B2FA-4703-9013-C007B6E9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94A83-1389-44E4-AB8C-2C58B7A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E2D16-A494-4BCD-A815-1840548B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73120-0A8F-4F8F-858B-2BEF554F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71B9E-735C-40BF-9207-34962F32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DD3A8-44FD-46B4-A7C1-995758E5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BCF6C-9ED1-424D-91F0-31FECCBB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8CE14-2A5E-47E9-AC34-5537FC3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1E44E-E4EB-4F45-986B-FC1E371A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80A1E-0284-4166-8180-7829E3FA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E182B-94BA-4A79-AD77-EE66AE2E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5A896-D877-48A4-A965-B46521F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'public-key'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EF691-55B7-4A3E-93F5-DC3FBCC3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8354B-9A6D-4F6A-9AB3-58A2C56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'public-key'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182A9-E949-472A-A7BA-4E453B3A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42B72-5D57-4601-8BD4-520E7D50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作成する資格情報の種類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796FE-0007-4A75-8DFD-B2D67824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F0B29-3EEB-4F74-A06E-7063610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alg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1C807D-3B48-439C-8B34-6CE38887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93D18-9E7A-4C79-9016-A3654C18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number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653D2-F0EE-4E65-A470-CB413D08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DA1FDB-9036-400A-9859-43BFCAA6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-7 ES256 / -257 RS256 / -8 EdDSA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CC6B37-AD5C-4E9F-B7E4-FBCF0D5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03D11-58FE-40C0-97E1-BFB8CDD0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COSEアルゴリズムID。配列順が優先順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B7B30-F25C-467F-A6BA-4E7F9121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最小例：[{ type: 'public-key', alg: -7 }]</a:t>
            </a:r>
          </a:p>
        </p:txBody>
      </p:sp>
    </p:spTree>
    <p:extLst>
      <p:ext uri="{BB962C8B-B14F-4D97-AF65-F5344CB8AC3E}">
        <p14:creationId xmlns:p14="http://schemas.microsoft.com/office/powerpoint/2010/main" val="14151579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4B31D4-F84E-4491-B5B9-2C26C99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17 / CREATION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6DBA3-19BE-47FD-83FD-495CC3DB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登録オプションの任意プロパティ：処理条件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1AC1E-5C6C-4D57-99E1-61948E68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8B2DD-9695-440E-B8B4-DECAE98A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0DE50-2CB3-4096-9B81-6650E98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PublicKeyCredentialCreationOptions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4A2A4-63EA-444B-B2B2-F0AA930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03FEE-1B24-4E11-A241-2AEA364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任意プロパティ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EBBE5-EE8E-411D-A125-BF32824A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21636-D270-4F2F-89E2-EBD27F88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B1700-01AD-4DF9-839D-EF682DF6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07D82-EFB3-4223-8AB9-29D75E49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FC478-75C4-462E-A647-2F9945A1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77B47-254E-4C31-8C1E-159FF03A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55A8E-0280-479C-A4EF-A321179C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D8A3F-147E-4347-9223-95383BCE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ED355-0552-411E-9AC2-3CD063E6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4592E-A1AE-46EE-8093-2C1BE89B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timeout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6B502-55EE-4130-A2D3-499487B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19F53-F90D-4392-957C-BA286E1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number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2891C-630E-4F18-B280-2D18FE3C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9F1E6-DA41-4CF0-B1B2-ED3BB1FC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ミリ秒（例：60000）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DEE0E-C562-4B1C-82DA-3761F7F6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073A4-A064-44B9-B75A-009D3D6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ブラウザへ伝える処理時間の目安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1FE2D-F65A-430F-B479-6EA1796B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A8008-8031-45F4-8E2E-FB2012E1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excludeCredentials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7BAC6-CA6A-44EE-90BB-98623F56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27DCD9-34D6-4E73-8162-7AC65F8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PublicKeyCredentialDescriptor[]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83E38A-ADED-44F8-8111-2ED7C27F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55220-87D3-4825-AA48-B4FF5AD2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登録済みCredentialの配列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99C2D-2BBE-4B6F-8F39-62DC7DA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62BBA-1D02-4FBC-8B05-A75A5680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同じ資格情報の重複登録を防ぐ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50DC68-BD67-4E3E-90B0-A71C5C82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C0450-89DE-49BB-835E-4287DBEF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authenticatorSelection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B82C1-717E-4D9D-8411-BC26AC83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4BCFC7-7A87-476A-90FA-773804E5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AuthenticatorSelectionCriteria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831365-4C31-487A-B537-4396BCC9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601295-587B-4724-8299-035E623C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選択条件オブジェクト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45EDB9-6D99-4956-8393-631F9514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BB581-7079-4D32-8159-6C40BEF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認証器・Discoverable・本人確認の条件</a:t>
            </a:r>
          </a:p>
        </p:txBody>
      </p:sp>
    </p:spTree>
    <p:extLst>
      <p:ext uri="{BB962C8B-B14F-4D97-AF65-F5344CB8AC3E}">
        <p14:creationId xmlns:p14="http://schemas.microsoft.com/office/powerpoint/2010/main" val="17211182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625085-D521-46B1-A589-8DFD9D6A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18 / CREATION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F4090-9D33-47BC-B509-94ADA36D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登録オプションの任意プロパティ：ヒントと拡張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EEA46-D73C-4084-80E3-6459188F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EE74F-B320-4F0C-9FC9-38E81798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74A3D-0283-4FA6-B265-FB6B6F47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PublicKeyCredentialCreationOptions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69D9C-BE26-4A04-A5D5-0FE2FBED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B3CE0-C38B-4764-B750-B3490D0E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任意プロパティ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1341A-FA50-457A-B85A-C936CA8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ADA0C-808C-41CB-BE9E-7A3A6E25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3620C-3AB8-4FFB-90CE-1237AEBA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02ADE-4A80-4424-AEFA-391AD863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755AF-3AB2-4ECB-B036-A7D5C968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87BD6-3491-48D9-B1D2-7E15822A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E4457-C274-4106-BE72-805FDE46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B1023-611E-453A-924B-607EB62D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3E06D-1E75-4D41-8320-16CD98B8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D8B8B-FA48-4D72-BCEA-9F8E5CA7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hints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50C8B-172C-4422-8908-277E940B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1B39E-D581-458A-A59B-405F9AFE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string[]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6B400-25D8-4C06-AC71-16DD0717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B86ED-8804-4810-8D2F-1A0674ED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client-device / security-key / hybrid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379CE-A08C-47CB-A30E-DED69379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3859F-AC86-4AD6-8857-61EC106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ブラウザへ認証手段のヒントを渡す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6B06E-455B-42BC-B752-F9A8F4D1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FF65A-6A12-488F-92A4-B573E8DF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attestation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B5D22-5704-4AE0-8952-64324D85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51CF0-9776-4519-BBB2-95861DC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EDC81A-B78A-4F4D-9E85-399BF2E6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21D1D-13B3-4030-88BF-FFF8406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none / indirect / direct / enterprise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582804-FBDD-46CF-B5C3-018F84C6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E924B-8DA4-4F61-97CE-1B5299FD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アテステーションの伝達方法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43778-2614-4B6F-BF61-8ABE35C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5B3971-BAFB-44E2-A631-6D2AC86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extensions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E8A02B-D152-447E-97C5-65D639E5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E1D329-A899-4515-BE1F-D2C65A85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AuthenticationExtensionsClientInputs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DFD82C-C00D-458B-B2C8-E8A5102B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45C255-1A54-4B25-B23D-88944727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拡張ごとのオブジェクト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217DB0-119D-4E71-AB81-B0124232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FB121E-840D-4A8A-AA44-3B0D7EF8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WebAuthn拡張へ入力を渡す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DB8192-3177-458A-9D2C-FCCABBEA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attestationの既定値はnone。hintsはブラウザが無視できる。</a:t>
            </a:r>
          </a:p>
        </p:txBody>
      </p:sp>
    </p:spTree>
    <p:extLst>
      <p:ext uri="{BB962C8B-B14F-4D97-AF65-F5344CB8AC3E}">
        <p14:creationId xmlns:p14="http://schemas.microsoft.com/office/powerpoint/2010/main" val="1513498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24EFD1-8283-4700-AFED-DF99410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19 / CREATION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FFEF7-9C0F-4120-8C1A-2898CA8E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excludeCredentialsは登録済みCredentialを列挙する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01CC4-66AB-4008-BD61-EADF93F7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E9071-09F2-4F8E-92A9-6F1D306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E45AD-C884-4B2C-90B8-39053C8C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excludeCredentials[]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1F98-1659-43F6-8C55-76AEE286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42A6D-47A2-4BEB-9521-6AA0512B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配列要素の必須・任意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90324-7C66-42F5-B2CB-DEE993B4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83F39-9191-494B-99F2-EDE98507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3DF89-0603-4E42-AE2B-56449F42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DDB3D-E502-40A0-BA02-3BF3685C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4E6CA-0C5D-430B-A6C1-8DE77C52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D6E85-7CFB-4E4C-B2E7-160C196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C15BD-2F09-46C2-A9CE-06775A05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B7950-5F43-4347-85E8-CEFA1ADA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977C7-47FC-418C-AD72-F01A8C1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55575-AF37-407D-A2CC-E3BD7B5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EE77B-7E9E-44D6-BAB0-40AB139E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5EBA5-52A6-482C-AFE7-86625F7E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'public-key'（必須）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826CD-E579-45E0-999B-D32085BC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1F6C5-7CAA-4A7A-9D5E-10479B4D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'public-key'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5C5A6-E43A-498D-AE08-BF72713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1374B-AEFB-4FB4-8905-D63E6427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資格情報の種類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F0E76-1186-4246-B921-A7B9F8E8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15220D-F343-4322-8400-77AB3BFC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0EBC31-5C36-4277-A79D-47E41F2B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51282-2C2E-42C2-BD25-578DFEC9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BufferSource（必須）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F7F882-B626-44C0-98AC-6258EDC1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1F8E6D-7156-454E-B497-6C4B820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 IDのバイナリ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16582C-BE43-48BE-905B-B74EBA48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E8E7AE-2F5D-4D84-AC48-202E3852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重複登録を避けるCredentialを指定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B4D48-01D7-4F60-8627-18F52B9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4EA9AB-7D59-480B-96DC-89D51511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transports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4BDDCD-3347-48DC-9942-74FC271A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EFFB9B-6C3B-4A3C-A94A-DA76C1C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AuthenticatorTransport[]（任意）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C86B8C-FD8C-41BC-9E00-4DDEE63A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B53B95-FBCC-4F4E-B48D-ABA19488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internal / hybrid / usb / nfc / ble / smart-card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0B9E2A-CBD5-49BF-AE0A-E01A01B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26EDE4-E4C0-40CD-A312-A1682AB6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認証器への接続方法のヒント</a:t>
            </a:r>
          </a:p>
        </p:txBody>
      </p:sp>
    </p:spTree>
    <p:extLst>
      <p:ext uri="{BB962C8B-B14F-4D97-AF65-F5344CB8AC3E}">
        <p14:creationId xmlns:p14="http://schemas.microsoft.com/office/powerpoint/2010/main" val="39876939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5BA1D1-3FB3-421F-9B5F-D93DBE1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20 / CREATION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382F3-3D7B-46B5-A47B-377C29B5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authenticatorSelectionで登録条件を指定する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3A0EC-503A-4B6C-84D5-C651833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AED36-B9C8-4A53-B647-546E9DF1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1932F-E1CF-4830-A1E2-D3FFC16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6D16F-AA0A-40A0-ABD9-3EE09691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0238D-B361-4106-9E21-BB876F92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内部はすべて任意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FD51E-1F52-4381-8D96-D342AAF6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B9194-1417-45D3-9D15-E91FC143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3EF35-6336-4C43-B90D-2B1F8CB1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47EEF-5978-482D-B7B8-746DFEC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ABAD2-E507-4D86-9E23-8B1F662F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DDC5D-5B30-4A4F-A2E8-FC6D0A8B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A8665-1EDA-4C92-B1AF-AFE2D4CC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59042-B971-43FA-9740-4E6F1B31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EB40F-156A-4700-AD24-D6FB94CD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80743-A09C-4AD4-A290-4C9EC64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residentKey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5D6DE-D88C-45E1-B936-49809371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81E9E-99CB-4B84-9D06-F19B206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C8629-7E8F-4013-9B09-75C5698C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9ECD1-EE5A-4527-BE0F-6B58B15D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required / preferred / discouraged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F93BB-97DC-4E39-A033-632E3F19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2F50D-03CE-43C5-B014-EDA1C8D7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Discoverable Credentialの必要度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9B7F6-0DED-4FB2-A8B4-DE88733F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D4026-CEB7-4FC1-9359-BF3452EC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userVerification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A6E6B-5384-48AA-A918-142F58A2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F96F4E-8CC6-474D-B2AE-ED86CCB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98C4A-E79E-4A65-BD61-C9EC721A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EEFE5-64D0-4E19-A791-DEE9C31C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required / preferred / discouraged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CF79B-A48D-425F-BEC3-285EE256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E918E-1433-4B51-BEB3-329F2CD4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生体認証・PINの要求度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89E162-4FB4-4836-95E2-40B9B54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0202D8-F710-4830-81FB-1CDDD3A2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authenticatorAttachment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3188ED-9C94-4B85-8531-381E2372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62D7BC-41BE-4D02-8DB0-4E2B17ED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0FEFFF-AF98-4401-9518-5C35868D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001AD8-64EA-4324-9E6B-71BCA227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platform / cross-platform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FD4F26-BE8B-4B8F-89FA-F91C7FD9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0F60AC-F780-4C48-8513-503E8DE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端末内蔵または外部認証器に限定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449A0F-5A99-4757-8814-1C05E696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19B898-A392-407C-8339-46DCF6EA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requireResidentKey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A9A668-9BFE-4D89-9AE2-7871E65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E2BB83-705D-4A65-87F3-D5AD640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boolean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D359C5-1720-4089-ACF0-F16FCCA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42BC80-C32E-48AC-A0E6-6E6F0972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434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true / false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B0D483-2413-420D-B2F8-EDD4CE12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958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E0A1F1-7A61-4129-99F6-272FA6EF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後方互換用。新規実装はresidentKeyを使う</a:t>
            </a:r>
          </a:p>
        </p:txBody>
      </p:sp>
    </p:spTree>
    <p:extLst>
      <p:ext uri="{BB962C8B-B14F-4D97-AF65-F5344CB8AC3E}">
        <p14:creationId xmlns:p14="http://schemas.microsoft.com/office/powerpoint/2010/main" val="1890621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018AAD-B595-4387-98C4-5E4C7C10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21 / REGISTRATION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A20B8-944D-4413-970B-8F39262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create()の返り値は登録用PublicKeyCredential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84F79-1189-4149-AA12-B89A8C5E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FBBEC-3888-46A9-9D17-B451FFD0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EDA6D-0FE9-4D93-8348-63245591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1DBAA-DCB4-4625-B4C7-76D880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8D8BF-6B66-47F3-8391-31E16430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必須プロパティ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C02C7-727E-4723-9B79-819942BE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CB5BD-4A2D-4131-A278-C7FE89E0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A309F-ADFC-45DE-90C9-B0E40D6F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E4DFA-1E8D-45B0-9B65-D5DF959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5CC7E-312F-4331-8893-01A3B57F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C60E0-5438-460B-9D4C-26F97EE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ECAEE-6E8F-4925-823D-DCB8887A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74368-EAFD-44D0-B9EE-E0A6D4B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8C18C-97E9-44B0-9021-49FD2F91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E19E5-1C18-4733-A1E1-62E672D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ED45D-9691-4E3C-AFA7-69278BA6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F54A3-85A8-4EEB-9328-49A53791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5706A-69D2-4F9D-8FF0-C3EC7141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5973B-6537-4010-B264-BC93376C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Base64URL Credential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F520E-6BD7-4660-A62C-6EBABD1F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9AD68-B1EF-4BC4-BE17-3D268E0B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サーバーでCredentialを検索するキー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CA08C-E424-4EA4-8A00-49712C3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279DF-8F73-479E-A15A-7C9D2DC9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rawId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975F2-4AF0-4752-94B1-CCA3DF5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39ED10-0302-44E0-AF71-333E30C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74EB7-92FF-4308-BDAB-002BF818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1DF19-10CA-4D77-BE72-87F42341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 IDのバイナリ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BC37B-F292-4070-92F1-1656AAF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EC7FC9-C20E-4C3E-BFEA-2482FD57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idと同じIDのバイナリ表現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5D4E0A-2A41-47A2-B3A5-4788BD3B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9D043-756F-4232-9604-80C9EC8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response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AA681C-B4A3-41F6-8A61-95DCCCA6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3117D9-BC45-410F-A474-A8B3298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AuthenticatorAttestationResponse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D5DDDD-7AD0-4001-A38F-59A46014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76994E-28A6-4219-A075-CA154E4A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登録結果オブジェクト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37331A-11E9-40FC-B0D9-4C76E206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3B7768-D892-459E-A6FD-C1D9DABC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公開鍵を含む検証対象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F43675-998F-43C4-86E3-1DAD1A62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27BCA0-C8C2-4767-B130-8B382D60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type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2DDDE6-3BC1-45A5-833B-FEE39FB5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27F0C9-425C-4B22-BEDB-1BD98A51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'public-key'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3E26F4-B7B8-40F5-93EB-7C9BEE7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055A9B-5F23-4FF1-A126-3D119273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434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'public-key'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633610-4F77-4256-8454-39562886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958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EBF9F8-7C47-41DF-8FF3-EB3EC708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資格情報の種類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D56263-93FD-4313-ACBD-0A957A8E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authenticatorAttachmentはplatform / cross-platform / null。</a:t>
            </a:r>
          </a:p>
        </p:txBody>
      </p:sp>
    </p:spTree>
    <p:extLst>
      <p:ext uri="{BB962C8B-B14F-4D97-AF65-F5344CB8AC3E}">
        <p14:creationId xmlns:p14="http://schemas.microsoft.com/office/powerpoint/2010/main" val="20916699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92AA05-EDBE-4824-A29C-CE495C9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22 / REGISTRATION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8554B-F166-48E1-8B5C-8D695601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登録responseは2つのバイナリを持つ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00E34-D97A-4955-9555-547D0B7B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AE8C6-62C9-49AE-B24B-B7FAB7F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F7457-2F2A-4E6B-8F94-8C7381A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AuthenticatorAttestationResponse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EF8CC-644D-4448-A6E6-C28D09C2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C5D4B-1E04-4159-BE0E-9922B75D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必須プロパティ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970F2-9CF7-41A8-A6A7-BD5A161F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445E2-678E-475B-8F11-3EABEFFB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BF0B9-40EB-4886-8CD8-E78CC55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8F784-0796-4F60-B140-97697273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F924D-D23C-47CB-95C0-6D244252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C4D6F-938D-4A4D-86A1-D0C55703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DE280-29E7-4622-86A6-E4983BFB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7ACB7-5606-4B5B-B265-53528149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5DE38-9AA4-416C-8F75-4D74046F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AF0B7-5ADC-454D-A434-519551D7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8F14B-765A-40A6-9054-B856CEAB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99B7B-347A-4E6D-81F5-8624EF44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E2CE3-EE0A-426D-9C9B-FAD1D5F1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4570A-B5FC-41EB-A098-2B72EF38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UTF-8 JSONのバイト列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43B49-8307-40AF-8CD2-7C122958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A7AE2-E696-44D1-AC38-F5594104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type・challenge・originをサーバー検証へ渡す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A181E-644F-4069-A754-88619E63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4CF73-5A8B-45AC-AAD9-36DA99B5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attestationObject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025C1-5E5B-4506-83D9-3233BCB2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C26F4A-C171-4DDC-A24B-EC9508DD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019B17-679C-4D25-A484-86EA2C68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CD093-B4E1-44F9-9269-A7AD1E4E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CBORバイナリ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847CC-285F-473F-8E27-EDD887C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698563-4494-41F3-B92A-38F5454A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authData内のCredential ID・公開鍵を運ぶ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007412-AEEF-4425-91B7-8FF37C3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getTransports()で認証器との通信手段を取得できる。</a:t>
            </a:r>
          </a:p>
        </p:txBody>
      </p:sp>
    </p:spTree>
    <p:extLst>
      <p:ext uri="{BB962C8B-B14F-4D97-AF65-F5344CB8AC3E}">
        <p14:creationId xmlns:p14="http://schemas.microsoft.com/office/powerpoint/2010/main" val="65714780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9E6CBD-7641-4012-AD34-69A59FF8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23 / REGISTRATION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197DE-7203-4137-8CFB-A53960F0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登録結果をデコードすると検証項目が見える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29FA2-966A-421F-B90B-DB7DEBDC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3025E-6A04-4AAD-AD7C-63D8F292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C057F-2BA8-4508-B1AF-421FF079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clientDataJSON / attestationObject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0A91D-9F04-48CD-986F-A92E235B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7315E-6E48-4D5A-81E1-92A3015E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デコード後の主要プロパティ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DEE3E-1536-428A-8011-15EB09E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571A1-D8D2-492C-B5AC-A5C9B70C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24C60-DF59-4667-A76D-2A537F1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9D0D0-870E-4B14-B298-B689199E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344D9-6C6E-464D-A1E0-0FB94E4E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CA942-5538-448D-BB49-A3BE018E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3C767-D88E-4242-ABAB-7905BF10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0E8D5-7FA1-46BB-99E6-ABDB5A22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24169-12E7-4E36-B8E7-B8B835F4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C87BE-4F75-4E1C-A79E-495AB118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clientData.type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6C99B-E2F5-4D30-9001-A728D10F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FF858-240A-488A-9567-6B625A6C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F9646-EEE9-4F16-8857-C13C618D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6148F2-5B94-4C2A-8077-BD32FBC4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'webauthn.create'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BC92D-5374-4A25-AD0C-86E32AAA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A3DB4-301E-41DE-A19C-C8F29E6D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登録処理のレスポンスか確認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7CD02-77CD-41B4-AA5B-CA9BAB83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0F972-2F65-45C6-9C20-401A1253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clientData.challenge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D7CE93-01E5-45DF-A02B-EAAACD07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BA09B-FDA5-4C0D-9A34-D5260B95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527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2B987-5A52-4138-872E-7BCB93FD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CA87E5-9C10-4DB4-AF8E-D85E915A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527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発行済みBase64URL値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51D5BA-7005-440D-9384-2CE12A06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1A2B13-61A0-4F7A-B089-6C80A5D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527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保存したchallengeと照合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810823-D43E-4390-82D1-0B9FB26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313AA-9ED7-496B-8562-5780BB46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clientData.origin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67697B-8A35-47B0-AA6A-3BC5A5DF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B8B19B-880B-441F-A4BA-3AAF7079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77D293-C33A-4681-BB6D-0C46E367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87559-846E-4EAC-8A69-7E3AE8A5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051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https://example.com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4F06FF-7BEE-4653-94D3-6EDE2479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ECF718-1810-4F59-9A45-2ED7D07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許可Originと照合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9668AF-7639-4B81-AC42-9110ED5F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55A1C9-A67E-44CB-B013-30AD6806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fmt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8BCDEF-D2D0-4F80-B53C-4DE6E5BF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965521-23F4-4A5A-80FB-5B46A1B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CA3792-4974-4D10-9B8E-B3053EF9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2AB47D-74DD-4665-840C-4AFCE23E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576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none / packed / fido-u2f / android-key / その他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0B6556-CB19-4FE3-A4BC-5F586A3C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893D55-99D8-451D-9707-D09A258D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576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アテステーション形式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E4DFEB-E8ED-436C-9481-49F41F2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E2700A-08D7-43EF-9F8A-B218DBA1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947A87-F456-433C-B5EE-839C5D90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A3D6B3-97CB-422A-BF34-2A8201BB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0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Uint8Array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FA015B-3162-485D-8C69-AEFAFFEA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4CD9FB-28D6-44F7-9E7B-DBAE5FBC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00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rpIdHash・flags・signCount・Credential ID・公開鍵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5E9C82-FF19-412E-9CE0-E2EE46EF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624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7E57AD-A2E7-45D0-B805-EA6848D0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00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登録内容とRP IDを検証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9E7213-F429-4F6F-BA60-6EFAC114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D940DB-588F-4E45-AE86-441D5353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attStmt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7F023F-6C68-49F1-9E93-A7953B5C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2480D1-049B-48DF-8D3A-EF052769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Record&lt;string, unknown&gt;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AEC8FA-3754-419F-A17F-1754E2BF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8B7B9A-B83C-4E39-9F2B-9242A9CF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fmt依存 / noneなら空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D56A26-6B8A-401C-A840-AD6627CD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382C5D-FA9E-4B94-861B-403374BB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625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アテステーションステートメント</a:t>
            </a:r>
          </a:p>
        </p:txBody>
      </p:sp>
    </p:spTree>
    <p:extLst>
      <p:ext uri="{BB962C8B-B14F-4D97-AF65-F5344CB8AC3E}">
        <p14:creationId xmlns:p14="http://schemas.microsoft.com/office/powerpoint/2010/main" val="203995526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365A81-7D48-4C11-9D06-3A5A9663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24 / REGISTRATION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A8E7D-D1DB-4BD4-95B9-C7F7CB3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verifyRegistrationResponse()へ結果と期待値を渡す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F7198-18F4-4FD4-9314-9ACEA630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D445F-9AEF-4543-91AA-5EAC3BCC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226BE-2DC3-499D-9084-4788742E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9D481-36A3-4596-BFEF-D36D93E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43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verifyRegistrationResponse({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response, expectedChallenge, expectedOrigin, expectedRPID,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94EB9-F7A8-4AE2-A30D-E080424E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A29D4-316F-46E4-8F4A-1F6D265C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引数プロパティ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FDDA3-7463-466B-AE7F-61684C94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E2F9B-A98F-4EE2-BAE3-06968CB2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E3BA0-BF88-4B16-80DD-8A924D73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33CB0-84B2-428C-9399-9DB9C340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479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渡す値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792EE-BB2C-43F8-B217-EAE38DAE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BF833-1438-4106-A79E-5F5CF98A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479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80A7F-0622-4C33-8213-F8C0FD56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6F713-34C7-48D2-9958-C288AF26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6F556-3E46-4061-9F46-65BE516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B105D-262A-4288-9F9C-3B26948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670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登録結果JSON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C4C56-2C07-4F63-9489-0604E8D6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194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2C78B-CD6D-42BC-B0F0-BDF3763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id・rawId・response・type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D1739-D6FD-4E3A-9C7C-606E79A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377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FE32C8-304D-4AC2-B2A1-E0C80F8B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ブラウザから受け取った登録結果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F0CE4-14EF-413B-98E7-1DBEE9EF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6AF7E-1BDA-48A1-B56D-1164F1CF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expectedChallenge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39B64-5357-4D45-8ACB-E818677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BD8DC-0B4C-4885-A0EA-91C46201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337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27AF8-3A10-4FA0-AD22-99481735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861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EDAE4-1ECA-4CBC-AF6D-E992E7C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337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DBに保存したchallenge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E379D-878D-417C-8178-72E02F4D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86150"/>
            <a:ext cx="377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94107-A436-40ED-81B1-3A772270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今回発行した値との一致を確認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B13382-139A-4D05-BB7B-755074DE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456AB-992A-4960-AFDA-C07C9D2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expectedOrigin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6E588-6F55-4C25-A6F2-10FB1542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529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D21075-CEB0-4318-9AEB-56239C38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005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390D16-424B-4E94-A32B-EE9C1BB2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52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91C254-6A22-4B4B-A6FA-57ECABA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005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http://localhost:5173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3D4BAC-CC9E-45B7-B602-1163476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52900"/>
            <a:ext cx="377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8C3BCB-47DB-4963-8C53-DDE3D393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0052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許可したOriginとの一致を確認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2DD197-A348-40B2-962E-177CDAAC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BE3CAE-80B4-4FA1-93B0-8DCA99F8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672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expectedRPID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46CAFB-8AF7-44B6-8362-3016701A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196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FDAAB3-1020-4CEF-A37C-54E38EF2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672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A426D-247B-41B0-B95C-7B7F00F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196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8350B5-C5FA-4AB1-8E43-932E880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6727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localhost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A4A555-A117-4257-BB17-1010F3C2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19650"/>
            <a:ext cx="377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590D20-4481-4811-977A-42B3FCFC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6727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認証器データのRP IDハッシュを確認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CB8894-4D2F-4CFB-B82D-AB850B76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17C9A6-6CFB-4C4D-A25C-19CC6477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検証成功時だけregistrationInfo.credentialを保存する。</a:t>
            </a:r>
          </a:p>
        </p:txBody>
      </p:sp>
    </p:spTree>
    <p:extLst>
      <p:ext uri="{BB962C8B-B14F-4D97-AF65-F5344CB8AC3E}">
        <p14:creationId xmlns:p14="http://schemas.microsoft.com/office/powerpoint/2010/main" val="16474963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1B9996-7222-43AA-9B62-5D2F447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25 / REGISTRATION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D5D12-EF43-4304-B989-83400569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登録検証結果から保存値を取り出す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3127F-1903-4A4A-8A35-F231A43C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03655-CDE1-4515-86EF-6BC0BC20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FAF0B-72D9-4B12-8E69-4330A565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1CD49-2250-4D11-A518-E21B517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5E7B9-9AD0-4EFD-9E09-27232484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必須・成功時プロパティ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8D26F-3021-410B-A28D-46B65F2F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56419-D7C2-4A92-869B-46738569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F866A-E6AD-4A90-8997-1E05C07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612B5-0870-4C87-8FD3-4FF0F405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F86A7-E5EA-4592-9B48-6B652A1B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6BA5D-94D8-47C9-9235-7F6CCB73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76D45A-3F2A-42F0-A633-0F1FA56D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4A7F3-127C-4D3F-82E0-34DA471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BBEF7-DAD6-41D6-B2B4-7656C49D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C35B-D0B1-454E-A052-24168B92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A5539-3D22-4D71-AB80-A3A27DFB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6B782-B2CC-4E21-AA03-F92C622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boolean（必須）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3B6F2-AD9B-4AEF-80FB-2102B507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04C02-2B0F-4D74-A154-4A8325A4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true / 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BAE90-83B2-471B-B611-5A39EEAF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5FC73-52F4-42C2-89E6-E6870261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登録結果が検証に成功したか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C05896-8D3F-49CA-9AAA-4802190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4894F-5250-4BDD-B42C-15774F49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registrationInfo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627F6-AC2E-4F9E-9901-579C4EA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201A6-DEC5-49DE-AD55-931CB839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527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object（成功時）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7F7F2F-1869-4672-91AD-56F4A81D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28323-C433-49FF-8C2A-13509513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527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credentialを含む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BAC62-B034-492E-90E1-540140A3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EACA87-D944-4A2A-A20D-1E3C7748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527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検証済み登録情報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9F128B-DCEF-4F33-AC9C-1889ABA4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C1DBB2-8A60-4962-B069-38EE97FD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credential.id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9AC43E-3448-42A5-9FE0-CE02F2E8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E86808-6AFE-4021-BFFE-B791132A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06FD06-96EE-4AE5-AD4D-7944319F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771265-C4B4-429E-953B-030CF504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051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 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211D7F-43AF-4E43-8B24-B504C1E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458322-9A4E-460C-877C-F7B1D367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認証時の検索キー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FFBB49-A093-4359-BB39-E70FC52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BBE0C8-BBAD-41F8-B3A1-391B6BFD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credential.publicKey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20F048-6FBF-4746-A767-FC28F396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0DB879-D26C-4ED8-A24B-83AF4C20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Uint8Array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BF4F84-C4E5-4C72-8C83-DF58A278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52B5FA-EB4E-4149-8ABE-A36203B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576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COSE公開鍵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CF1408-839D-46C0-BF78-4EE698D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1D090B-4CD5-46A0-8B0A-9884A0A2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576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認証時の署名検証に使う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21242E-2A7D-4068-81AE-8CE4EE9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9AC970-966B-4EE8-BF59-F187C432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credential.counter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415823-E3DE-4CE2-BC09-FAEB7B94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E6C9CF-7062-450C-9C6D-B9768FDA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0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number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0CF4CE-E566-4C79-B13C-06E1F5E6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C1F9F2-27A4-4557-9DB5-36BD9DC6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00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0以上の整数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C0C86F-38D3-449C-BE75-B21E6E53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624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B6ED5D-D6C2-4CF3-A64C-33F9248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00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次回認証時に渡す署名カウンター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67BD9C-1874-4DB1-B1FB-EFE48CE1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63C390-B995-4C38-A24D-0C6D4652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credential.transports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3CB23E-EB43-471A-AD21-0FAA96FA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04C4E3-ED00-4487-8AA8-9FB279C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string[]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B6752C-0532-4E90-ACF9-3F4F1DF6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A6B981-1914-44B1-BE63-C51483B1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internal / hybrid / usb / nfc / ble 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03A1CD-2A1D-4426-BD7C-5275AB84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E09F42-5CC3-473B-AC9F-4E0B50AD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625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次回認証時の接続ヒント</a:t>
            </a:r>
          </a:p>
        </p:txBody>
      </p:sp>
    </p:spTree>
    <p:extLst>
      <p:ext uri="{BB962C8B-B14F-4D97-AF65-F5344CB8AC3E}">
        <p14:creationId xmlns:p14="http://schemas.microsoft.com/office/powerpoint/2010/main" val="147453890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FBE9A0-9999-4204-A136-A80ED971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26 / AUTHENTICATION FUNCTION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386EE-A3FD-4B86-AFE7-FF8B740E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get()には認証オプションをpublicKeyとして渡す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00BA7-1524-4C3B-9570-B8D87E2F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9D56-6991-4D2D-9AEE-C1A15D8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F79D7-B640-466E-8B47-74A13AA0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4C7CA-1A73-4161-B88F-500263A9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43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credential = await navigator.credentials.get({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publicKey: requestOptions,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443CB-6EC9-4408-9482-9DCF0235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0BBE7-3033-4E58-8D3E-69135882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引数プロパティ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D7B49-EDF6-41A8-A9D6-10396D1D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65A8-13B1-4514-925A-53AAB16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50F68-F203-48D4-BD53-FD6D16AE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11C1B-B2DA-4EE0-8AD8-95CF4636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479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渡す値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76163-0C2A-4E3F-87BB-E1CAD58D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C89DE-FAE4-4E29-B96C-006533A1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479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E3F00-32B2-49A7-B36D-60898C09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68569-2542-4204-B2B1-6B9C263A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publicKey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411B5-515E-4192-AF80-318190C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1DC6C-F0EB-419A-9349-076378AB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670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PublicKeyCredentialRequestOptions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C8103-05F9-4F2F-B65A-EFD484A1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194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C0554-4486-4A6F-B290-BC253C4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requestOptions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B6575-1EF1-476D-9E6F-71A65894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377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41075-06FB-4297-90C9-0652D3D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challenge・RP ID・候補Credential・本人確認条件を指定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5E113-5784-4D8A-B4BC-6AD849AF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72CE4-EFC4-4E97-B7FF-950CEF41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成功時：PublicKeyCredential。responseはAuthenticatorAssertionResponse。</a:t>
            </a:r>
          </a:p>
        </p:txBody>
      </p:sp>
    </p:spTree>
    <p:extLst>
      <p:ext uri="{BB962C8B-B14F-4D97-AF65-F5344CB8AC3E}">
        <p14:creationId xmlns:p14="http://schemas.microsoft.com/office/powerpoint/2010/main" val="55718736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A6ED6-2288-422E-A91B-5653D654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27 / REQUEST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3C898-7464-40E1-874B-D89DB977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認証オプションの必須プロパティはchallengeだけ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72435-725B-4BD4-90E2-95BF7B79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5384D-0693-49D0-ACF7-ABE998ED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E9D77-B6A2-45C5-856A-49F1D094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PublicKeyCredentialRequestOptions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0C277-EBAF-4CF7-A666-C7039CC2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6E533-9925-4EFA-A413-9554057C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必須プロパティ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2ADFF-2262-4C05-BC01-60A65B2F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1FC5C-DC34-41B8-84FE-245AE3B9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33B59-38DF-4674-A1B2-3488FF94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BCE66-595D-40F2-BBE0-3928ED7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47705-AD4A-4F6E-A66C-345F44E3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910A7-3DB0-4DC7-9C3D-A0426686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01597-009B-4EFD-A837-00E8C89D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BC0AA-B44A-4CAA-AF47-9AF433BB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C89D39-E087-48A3-BE34-D624B3F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2FAA7-AF3E-4A4C-B69C-304E8C92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challenge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C6A78-EA5C-43C3-A924-FAE3882C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ADFCB-1A1E-4403-AF5E-36A80FAE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BufferSource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EAFFA-48B3-4A9C-A6F7-448E3A3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70BC6-0DE3-4189-9FF5-F0DA1BE6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ArrayBuffer / ArrayBufferView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9D22A-B873-4DD4-A47E-668F633B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C30BF-26D4-40A8-B981-E6C99BCE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認証ごとにサーバーが発行する一度きりの値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95C54-153B-4F27-B659-BA66CC9C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usernameというプロパティは存在しない。ユーザー特定はCredential IDやuserHandleで行う。</a:t>
            </a:r>
          </a:p>
        </p:txBody>
      </p:sp>
    </p:spTree>
    <p:extLst>
      <p:ext uri="{BB962C8B-B14F-4D97-AF65-F5344CB8AC3E}">
        <p14:creationId xmlns:p14="http://schemas.microsoft.com/office/powerpoint/2010/main" val="148060015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912618-0178-4A6F-B058-92A66083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28 / REQUEST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DAA42-81B6-46A4-B3FA-5625A8F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認証オプションの任意プロパティ：対象と本人確認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0401B-DAEC-47CC-865B-19E0F6FA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81816-E4B8-4167-892E-6C8A846C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64126-2940-4E10-828C-E1A3F7D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PublicKeyCredentialRequestOptions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FFFF9-9EC8-4F13-9303-13C0AB0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E7236-9E3D-4D82-AF24-15194C88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任意プロパティ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BA2A4-A281-42E5-AA5A-90F6D0A4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769C5-2F65-417A-8EA3-F05AA77B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0DDC6-283B-421E-8657-C72894F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BF6EA-BFC2-405B-91B5-1D61286A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C3494-6A29-4510-9442-4085416A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A9982-B130-4582-A94E-94CA5956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0E1A9-851A-422B-A24E-D5AF27D6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D178E-08DA-4BB7-89BB-E374F279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B7778-4938-4F56-BF28-05D44B13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C443F-558A-42BA-BE45-FAC9818C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rpId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A7D76-8449-4F9D-9BC0-CDF7F903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B9498-25F5-4CAA-8499-334D086A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BC4B4-ED7E-4D32-8A3C-47647F10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2E444-FE4C-4EF5-9596-91327E44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example.com / 省略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522BE-9CB1-4E26-9940-0305744C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8EACF-CC0B-462C-9009-9A9682E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認証器がCredentialを探すRP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BCE72-4A82-47F1-ADDC-1F3D979D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46CAB1-F24B-4BD9-93FA-DF4D304B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allowCredentials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9C2CC-9FBE-46AC-8B4E-60D630F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FC1840-B5E2-46BA-825C-6E9CC88C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PublicKeyCredentialDescriptor[]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2CFD25-C31C-4A45-AB51-D0E18DF9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B0A1A-6DC0-4AA2-9E30-B5461046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候補Credential配列 / 省略 / 空配列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3B2598-613E-4EEE-8A45-68569C19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DB36C-6F1A-4925-8B01-DF383EE6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使用できるCredentialを限定する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FB35A7-EC08-42A5-ABDD-844244B7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E5B72A-A5B1-4273-B428-E21C6966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userVerification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CBAC9-6277-4C6E-8D62-D2F68662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AD71D7-F398-427A-9A21-B122C5A0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3AE253-47EC-452E-A0CA-981D48B2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F7D8EE-815C-4430-990C-546FBE42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required / preferred / discouraged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B1667-460F-408F-85A8-B3FBB89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78EDD5-B3D9-4689-9211-F7FA3BC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生体認証・PINの要求度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2EE72A-227E-48CC-9533-9549101B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ユーザー名を先に入力しないログインではallowCredentialsを省略する。</a:t>
            </a:r>
          </a:p>
        </p:txBody>
      </p:sp>
    </p:spTree>
    <p:extLst>
      <p:ext uri="{BB962C8B-B14F-4D97-AF65-F5344CB8AC3E}">
        <p14:creationId xmlns:p14="http://schemas.microsoft.com/office/powerpoint/2010/main" val="138281045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98BF66-A684-4A2B-BD10-C64814D6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29 / REQUEST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AAB8D-5D68-455C-BDB8-D68367B6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認証オプションの任意プロパティ：ヒントと拡張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67835-268F-4D18-8D29-FFE144E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5B2182-6EEB-490C-A69C-87393A30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E2FDF-905F-4241-ABF3-6826ED57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PublicKeyCredentialRequestOptions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4C3DD-D212-40D3-A789-4B4DC95A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DC5C3-AFC1-43D8-900D-722E9AB7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任意プロパティ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CD05E-0EB5-4E4C-9A0F-186FADC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F9034-06DA-4319-9653-597860CF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E448D-FDE1-4338-ABC1-806D1DE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46817-6289-4246-9956-A06DB9BA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B0999-6DA8-4CFE-9494-15EB0D1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7E350-745B-441F-86C9-20C7B3E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19C87-7C96-4AB8-83EC-627B23C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29DE5-016C-40AC-B8FD-BC0DB10F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D9E6A-3409-4584-A0BE-3B0433D9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168CB-9AFC-4369-9539-B4782686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hints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FF79E-3878-482C-90F6-2FC2826F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F9BBA-CC61-46CD-BF6A-885F3FEA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string[]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A6217-5531-479B-BECB-8D5FC9E7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B112A-C008-475C-8E6A-EF46FB65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client-device / security-key / hybrid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7328B-9301-4460-9E11-8E21BE1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EFC9B-8B99-42BC-8C7D-C001D3CC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認証手段の表示ヒント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E4EA8-44E4-4DEA-84D6-A4DD7735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03DF7-C4B9-4E09-8B58-1BAA4D8A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timeout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CF732-808D-4019-8773-3AE89575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227BF3-369E-486A-9A3C-99355350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number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B03FC-209C-4CA5-8760-C4F2C61A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8EF55-63F0-4F36-94F5-77CF06F5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ミリ秒（例：60000）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AD21A-1619-4914-BA34-5917C8CF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AC4F8-4088-4812-9686-BA5596BF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ブラウザへ伝える処理時間の目安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76741-B6AE-41E0-BB46-F30C4F81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908A9C-F0E1-4341-937A-62AFE94C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extensions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15BC0C-84E1-495D-B4D7-D2F24F97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CF8EC2-143E-4BB4-8A4C-3C2607CC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AuthenticationExtensionsClientInputs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D652F2-88E5-4743-B1F8-63322006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D1DF26-1FB2-49EA-BAE3-46B82714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appid / largeBlob / prf 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4F483E-1358-4625-840E-99FB8358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0BF7B4-48F5-42F2-A8C5-6CEEE96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認証時のWebAuthn拡張へ入力</a:t>
            </a:r>
          </a:p>
        </p:txBody>
      </p:sp>
    </p:spTree>
    <p:extLst>
      <p:ext uri="{BB962C8B-B14F-4D97-AF65-F5344CB8AC3E}">
        <p14:creationId xmlns:p14="http://schemas.microsoft.com/office/powerpoint/2010/main" val="15715712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433BA9-9BE2-4969-B0FC-050AE2BC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30 / REQUEST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FC8E5-C74A-45F4-8C48-79078CCF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allowCredentialsは使用を許可するCredentialを列挙する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0254B-BF66-4E49-8A4F-20305A7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D11E8-805D-441C-BCFE-377E87F1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24577-D076-4FF4-8189-BB656499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allowCredentials[]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2BB80-DD37-4079-89A2-99E50574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4B85F-7C64-4107-996E-C9A4DF3E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配列要素の必須・任意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16289-CC48-4197-A8A8-CBBE0645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819B4-A249-4BBA-B188-21831134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92C7C-A233-40BF-8146-242A38BD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709B9-F290-4B8A-ACF3-A0F6E205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7AE92-BAF9-47B3-B566-6030E496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B7BBA-5F96-4670-8DEC-C904F4AD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8B094-214A-4223-8A78-540F2645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DC451-0956-48A5-9807-ACCD51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782E2-6FD1-4B8A-ACA8-86770797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9CC05-CBB4-40C3-9F8A-B125426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CFB0A-97E8-4A03-993E-C0951DA6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24903-0F6C-4C90-975A-B6DB97EE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'public-key'（必須）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6A713-F25E-4D69-B307-16A2C7DD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38244-3F91-4756-88FE-8DB2AE3C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'public-key'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4A30E-FAB9-4675-B177-CA0613A3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0560A-45AE-4CE2-B8AB-63797B1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資格情報の種類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1DAC0-6039-4BA4-9DB4-BCF6C7D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17A7FA-8F64-4B33-8A06-F29DE93C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00D32-B5B5-4649-9F0B-8F64FECE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5379B-814C-4288-A518-8990280C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BufferSource（必須）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CA31A-F8D2-4EA9-82A4-449DC2F3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14395-36BC-4AA5-9186-9C99CD06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 IDのバイナリ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AC8DD-85D1-47E8-9D9A-D53B79B8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7F645D-B5C1-481F-ADB2-91AFCC58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使用を許可するCredentialを指定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A99272-1434-49CC-9A70-ACEF0605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9883A4-0AB9-4810-9A1A-5F05A5E8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transports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92272-F0CB-4F45-805D-B75B44A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0508C6-3F5C-4B13-AB4B-1C18EAF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AuthenticatorTransport[]（任意）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33BF83-6817-4FD0-88BB-B7F2E36B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206A68-1B95-4A36-8B7D-232DF8E7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internal / hybrid / usb / nfc / ble / smart-card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C98F62-F024-489E-99C6-93DB9141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E7F03C-24F9-421E-A96D-C029EFBD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認証器への接続方法のヒント</a:t>
            </a:r>
          </a:p>
        </p:txBody>
      </p:sp>
    </p:spTree>
    <p:extLst>
      <p:ext uri="{BB962C8B-B14F-4D97-AF65-F5344CB8AC3E}">
        <p14:creationId xmlns:p14="http://schemas.microsoft.com/office/powerpoint/2010/main" val="209142689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9879B0-C9E3-4282-B436-ACDF1A34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31 / AUTHENTICATION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01CCA-D87E-4F97-A788-B5AF9F2C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get()の返り値は認証用PublicKeyCredential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C832A-0630-4FB7-A1F4-D857FB6F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54E38-B553-4AB8-ACFF-8BE2E8A2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5815D-DE08-4DB1-B462-FD5FD56F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PublicKeyCredential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28267-BFAB-4A6F-ADDF-31E068AA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FDC64-707F-4CB1-9E9C-3F7EABAA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必須プロパティ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0275A-A4D8-416B-9590-D6A0E3F9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067D3-6377-42B4-917C-DBF2E77D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6E88D-0F3A-4E1A-AEFC-3BDE0322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1CBB3-9F8A-47A9-AD51-FF5843D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335E7-9C96-4FF8-853F-437133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DCA89-A6FD-46AB-A6FE-3B57CD53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ACB5C-6EDF-48FC-A8D7-E35E41EA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06F2C-3870-4F38-A9DB-2F92BBE9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520E9-0676-417B-87B9-25057F5E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2DA25-490A-41B2-AFFC-97959D9B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DE2EE-E537-4CCC-8D81-B447FDF3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78AD3-27BA-4E80-9454-492E1167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E9613-444D-4711-A383-DB26460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26538-BFD9-4C37-A186-1A0522E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Base64URL Credential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C0E95-7FA6-450D-9E75-7CFC6E1C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0A8BA-BB5C-4EC0-9F8B-B426F71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保存済み公開鍵とユーザーを検索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73B96-0BF7-45D6-B99D-A1C48FB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C2DB3-D0D3-49CD-B7E0-AD2CA333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rawId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E76FF-6B4D-4DE6-9807-A0F644B1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1EE8A-A531-485F-B9C1-709347CA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6DFF1D-E576-4CAA-8FCF-0ED01FC2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A92743-28D0-43E3-8435-B5CCD21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 IDのバイナリ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10ABA-F0F3-4083-BDB6-1F11FF4C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ABAF7-69B5-4BDD-BF02-9814FDA6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idと同じIDのバイナリ表現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03EE38-FDC0-4FC0-8181-9A96D5E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1D1AEA-B8F7-4D98-8324-BAC8E963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response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A8FC4C-E5BB-4625-BAB0-5E2D43E9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B32D55-D0F3-464C-9680-223E3EB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AuthenticatorAssertionResponse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F55AA9-7FA8-4884-8F40-B4731F21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D6A48B-B9ED-46DA-BC37-0095C59D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認証結果オブジェクト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05AE6C-22E7-41B2-A499-1FBE68E4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93724F-8CB3-4121-B0A2-3570D00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署名と検証データを保持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A4E7F3-7164-4813-9AF0-3ACC3DF9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C3F44F-6D53-4A7C-BB0C-03A2C45F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type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C691B3-81BB-4553-A60A-40C00C01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837BC2-AF60-4705-A91B-4ED8C650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'public-key'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D15235-B18A-48D9-A4DC-5CC7EE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9D3A8D-FE15-4C30-9773-4CAC3A21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434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'public-key'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0952D7-CF96-4853-81E9-D1693C15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958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8B4BF7-023C-4D56-9713-B8881967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資格情報の種類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7DE269-084E-4F42-A285-C48BCABE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authenticatorAttachmentはplatform / cross-platform / null。</a:t>
            </a:r>
          </a:p>
        </p:txBody>
      </p:sp>
    </p:spTree>
    <p:extLst>
      <p:ext uri="{BB962C8B-B14F-4D97-AF65-F5344CB8AC3E}">
        <p14:creationId xmlns:p14="http://schemas.microsoft.com/office/powerpoint/2010/main" val="34814381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5BCF6B-D9E4-455C-8ADE-F7CDCA5A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32 / AUTHENTICATION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636E9-016D-41CE-BEDA-2E5F894A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認証responseは署名と署名対象を持つ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B8A33-7FC1-4B7F-9EF7-93C11770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CDBD0-976D-4795-8114-EED0BDD6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95750-0AFF-4ABA-923D-18E497DB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AuthenticatorAssertionResponse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6C41C-8220-4669-9310-E1537E6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132D1-BA6A-4225-8B24-15C14183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必須・null許容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7F754-368D-42B9-A156-2FB6F76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ACC46-1829-4910-B97E-7604DC5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B3F7A-1BD8-4003-AFFE-70DE99BC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9802F-A92B-4D97-892C-61C0428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2CC7C-1D8E-453B-A622-5AD9E12E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BBC30-0FAE-42EC-AF05-7CEA304B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63D7D-6814-4E59-8D83-7553970E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F3FA5-BD60-424B-80FB-3EF3B625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59EBA-97C6-43CE-A2B1-8F10DC51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F095B-9E85-45BC-9B9D-FB36F872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FFE66-681F-4505-87CD-A57CA200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7683E-591C-4FC2-A5C8-C0F633CC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ArrayBuffer（必須）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C2D33-4C9C-457A-ADB9-99AB90E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15FBD-5EEA-4BCB-8ECE-0C7D108D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UTF-8 JSONのバイト列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9656F-525C-488F-9191-D2AEA404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553B2-5D07-40D8-A5D3-971EED8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type・challenge・originを保持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0FDE7-2104-44FA-9FAA-17D407FF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8EB2C-5CAF-4B95-99C4-22033B93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authenticatorData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6049E-8719-425C-B70A-08C2AA25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5763EB-0EBB-4603-9C54-7C490F01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ArrayBuffer（必須）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05A66-AB6E-4DBF-8AD9-3E402E3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180D1-A528-4A40-863A-1BB1E494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rpIdHash・flags・signCount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9B6608-6992-4C75-8C5B-5B9D31F5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25826B-B1E4-4CCB-A193-5AD5E60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 ID・操作・本人確認・counterを保持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232FC0-4E38-462E-8CA1-4758DAD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E5100A-1848-4DF7-B34C-F1C93F6F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signature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92483A-FD52-4F0B-9AFC-75D78F8D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BF637A-C993-455E-8FD5-74BFAC91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ArrayBuffer（必須）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F0D477-2A83-41DD-B747-63B85CB9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58127F-0083-4E3E-8B4F-0FDE2CE3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アルゴリズム依存の署名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FD761-1F31-49BD-B428-479B6BB8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094A60-2970-4F46-BCB7-51D26AC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保存済み公開鍵で検証する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D2ADAA-4DDB-41CF-BDD1-E3F519EB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ADBE24-7075-4B05-A4FB-AEA166CB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userHandle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A60FBB-78A4-44E5-A59D-720BD50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AA6FB8-D466-4319-A150-1FD9C00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434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 | null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8812CF-EDD1-43F8-8B50-E75D26F2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958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09FBAF-FC71-40AF-8CE0-4CA9B9E3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434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登録時のuser.id / null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B848D9-615B-4CE8-B6B5-AD747CA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958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9D9E4A-D44A-419E-8104-2868C580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434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ユーザー名なしログインでアカウントを特定</a:t>
            </a:r>
          </a:p>
        </p:txBody>
      </p:sp>
    </p:spTree>
    <p:extLst>
      <p:ext uri="{BB962C8B-B14F-4D97-AF65-F5344CB8AC3E}">
        <p14:creationId xmlns:p14="http://schemas.microsoft.com/office/powerpoint/2010/main" val="13409001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13AEDA-2EC1-42EC-AF30-3309ACB8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33 / AUTHENTICATION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CEABF-95C9-4594-945A-B5246646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認証結果は5つの条件を検証できる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F8714-821C-4B97-BAD1-3C784F3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36B6-6B12-4729-85F9-9821B64B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82CA4-2D9C-4C16-BEC1-A4A8FA36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clientDataJSON / authenticatorData / 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2C0B9-16DB-4282-9846-CA746D5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4DD1B-9A4B-48B5-8634-524D489D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デコード後の主要プロパティ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F544C-18F5-4051-8A61-30E5B0BA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31EE5-2726-4901-A844-61ED9BA5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BDF66-3ED3-44D4-815D-AD2CCD3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729AF-AEB5-4049-8D41-15D51A8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04518-CDBE-41A0-B502-4FA1A727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DCEB8-46E1-411A-BBC9-8F4D912A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A4D44-55A5-43AC-B26C-8238C179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1B05F-2C10-4744-85F1-30930D2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D55F8-C927-47AC-A76D-0CF6076A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08E4A-AD2B-4A9D-93AD-92D25195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clientData.type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945A4-E181-484C-8A50-1222AE00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09894-433B-4E59-B37C-3A77916B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3E3EF-D224-4B80-8A26-3D2E9E1A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12BA2-267D-4D9D-AEEC-DBC5C29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'webauthn.get'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14485-7010-4973-8A69-143FF5F2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28A54-B877-4820-9414-1805C3AA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認証処理のレスポンスか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315B6-1BD9-4E9A-AD0D-CE1A9361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563D3-518C-41C3-B5C6-7776BDCB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clientData.challenge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A6103-A69C-4D4F-8E9C-4F84971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9FE445-E412-4A27-BBC0-E8E11D64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527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AD0796-76C5-4762-8A7B-075EB6BF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7D34AC-E3C8-47E6-B768-7594D6CD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527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発行済みBase64URL値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48A05-DBB6-4981-83AA-EA0022AB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1F7D83-851D-4F2A-99D0-8D67ED37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527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今回の要求への応答か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E2009-FC1D-49DD-A3E0-46BFE5D0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2D9287-35AC-4FE6-B519-ACDC7625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clientData.origin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E63941-CC84-4A94-9135-7CB48FEF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4A707-7A19-493A-B7E9-18C0C06F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3DDEEE-D64E-44AD-937C-87F2ED63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8E6AE1-1DBC-4C56-A3A3-392383F6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051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許可Origin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2FF91E-2F28-4790-854D-24C6C79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46817E-B73C-46C9-86FF-6B9D1C4A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期待したOriginか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32CDBD-A94F-4362-BBB9-B829196A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09E2F2-851E-44D2-AD01-2B6EA6EE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authenticatorData.rpIdHash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4BDD2D-74B4-4966-851D-34D0B997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F16619-9F48-4DC9-B27D-F54346A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32バイト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DC6D15-258B-4ADE-9A02-C0EC7B0A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D08C1C-EA3E-4652-A7D1-DA9C97C8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576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SHA-256(RP ID)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B63415-787D-40DD-A80B-E0194A26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EC0857-D3F9-44AE-9382-11939806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576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期待したRP ID向けか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AE53C0-6BF4-4384-B7EA-081859B8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D0195D-2A52-418B-999A-78FFAEE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authenticatorData.flags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C477F7-90CB-40A9-B40A-B2959BDB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0DA876-CB0C-46F4-BF11-D5E765F6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0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number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BFEECF-6245-4A11-B4CC-9AE5E4B4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49F25A-8632-44B7-9A8A-1EB3458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00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UP / UV / BE / BS / 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7778D7-4A8C-4A9C-9DDD-B8255C2F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624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477368-B443-49C7-9B42-7B2D3635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00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操作・本人確認条件を満たすか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1A3B72-3626-4BAA-84EA-17046B44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616251-FA8D-4B2E-BA28-AF8CA56E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signature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1715A0-AAB6-4208-8431-6459BFEB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45FFD1-9A72-4DEE-8B44-C1627083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ArrayBuffer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A49C70-602D-4C4A-AE5A-239B905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D4C172-186B-44C7-B472-5DBEF968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秘密鍵で作成した署名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C4CBA6-B392-4F38-83A3-48CBDAA9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FA1D10-0134-4200-AB37-F1CFCE75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625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登録済み公開鍵で検証できるか</a:t>
            </a:r>
          </a:p>
        </p:txBody>
      </p:sp>
    </p:spTree>
    <p:extLst>
      <p:ext uri="{BB962C8B-B14F-4D97-AF65-F5344CB8AC3E}">
        <p14:creationId xmlns:p14="http://schemas.microsoft.com/office/powerpoint/2010/main" val="95472608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DB6063-C7D1-484C-9B9D-7D502011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34 / AUTHENTICATION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39986-A68C-4BF2-9BF0-AC606AA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verifyAuthenticationResponse()へ結果・期待値・公開鍵を渡す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3F810-B663-488A-BCA0-CCFD9DC6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E790C-95FE-4640-A545-EA7AEF10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427F-0AF6-4201-BBE1-20D59F4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B5DD0-9BAD-4838-A0C2-8C264BBB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043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verifyAuthenticationResponse({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response, expectedChallenge, expectedOrigin, expectedRPID, credential,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1B820-7028-4CB9-BF72-4AF390C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67973-6613-4BDB-B23E-6F360A1A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引数プロパティ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6FCDD-4F9E-4349-B670-8C5E639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C040A-008F-4D92-8B38-FAD39524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2E999-A4B3-4C62-8FF8-2DF86D2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864A5-FC3B-45E1-AA3B-5AE00EFE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479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渡す値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0FFAC-B23E-41A2-AF2B-98030BF7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77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BCFA6-1024-4958-B447-60B7AE9B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47925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17B08-03D3-4C19-B649-C327EAB2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736DE-F299-4C12-AE82-DE444389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984CC-52D2-471D-ABAD-232D49DB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23F21-1F30-4261-A657-4AEBCA93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670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認証結果JSON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02968-3C53-48A0-8689-C2A7F66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194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FBF60-4ADB-45AD-B2C0-9B32CDE5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id・rawId・response・type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78B39-5914-4454-BC27-F5185C6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377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BDE40-09A0-4511-A045-A45A2DEE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67025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ブラウザから受け取った認証結果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D087A-B3A0-416B-BB11-113A64B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ED2FC-E649-46E2-80CE-476FE334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expectedChallenge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A5F5F-E8BF-4684-81AC-AB1F013A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528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B4EE5-2F70-46E1-A7AF-6F05E46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04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0C324F-FC14-4CCD-88B5-6FEE7F7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D7206-BB45-49EC-8695-29042F65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004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DBに保存したchallenge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19D68-27ED-4060-81FE-DD46DC06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52800"/>
            <a:ext cx="377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2D9FA-ACB5-4B05-99AF-8E50796E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0425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今回発行した値との一致を確認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3286E2-EAE5-4ACB-A8AD-D347ABD5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08F170-8F9E-4FFE-87C1-682BE442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expectedOrigin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4300A5-E970-41F9-9A2B-F6B4EE63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B6FFF0-6DD7-4D4A-86B3-EBC5BA02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338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9D19BB-FB79-4020-9B15-0600C7F5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862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ED3AFB-8558-4BA8-AB34-8C034A21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338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http://localhost:5173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24FBAA-CB26-4264-85D6-D9EA4988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86200"/>
            <a:ext cx="377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0F684C-ECCB-48FB-8C89-9F48DF82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33825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許可Originとの一致を確認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A50688-EC15-4886-8006-E808E1D5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1F3DB1-3093-4F70-A118-CFEF5358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expectedRPID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C5E3C5-E25A-4E1B-9A96-B58F2CBE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96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19E998-666C-4639-A77B-9104D144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672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0B2798-9E8A-48B1-B17A-BEFAC64A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4D9F54-B7FE-423C-813A-C2A11764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672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localhost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59F20A-D63D-430E-9774-63951D0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19600"/>
            <a:ext cx="377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04B960-726E-43BA-ABD0-698FF71A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67225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rpIdHashとの一致を確認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7E0840-8622-4908-9A1F-994C14E9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572676-1F39-4913-9FA0-C930E9B2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credential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DE92B2-A3D0-42DD-9D2B-FDCCD06E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4A16AA-C4E8-4761-B500-FD02C4D8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006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保存済みCredential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E5CB8F-2DC1-47D7-BAA7-9BE8A7FB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5300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8C40E9-2E66-460E-9972-1C7F4C2E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006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id・publicKey・counter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32C924-6805-4B1D-A1C9-E0F3867B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53000"/>
            <a:ext cx="377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BC75E4-FD72-416E-BD87-F07FF867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00625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署名検証に使う登録済み情報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0270D8-E5A1-44BC-B3AD-BEF97336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A47DB1-1FA9-48A9-BD3A-F5739C89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38A72"/>
                </a:solidFill>
                <a:latin typeface="Hiragino Sans"/>
                <a:ea typeface="Hiragino Sans"/>
                <a:cs typeface="Hiragino Sans"/>
              </a:rPr>
              <a:t>verifiedがtrueのときだけnewCounterを保存し、セッションを発行する。</a:t>
            </a:r>
          </a:p>
        </p:txBody>
      </p:sp>
    </p:spTree>
    <p:extLst>
      <p:ext uri="{BB962C8B-B14F-4D97-AF65-F5344CB8AC3E}">
        <p14:creationId xmlns:p14="http://schemas.microsoft.com/office/powerpoint/2010/main" val="169063095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EF1C71-643B-4A18-AB0E-5C8939E1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35 / AUTHENTICATION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CEA1E-D8F1-4AFB-A361-48D223BE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credential引数は登録時の保存値から作る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041F6-F0FD-45DC-969E-8C6E793B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5C760-316A-4F0D-82D8-FC1E34A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3AC54-B4E7-4C0E-BA7F-B572A829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credential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0BAE6-D210-4766-9943-C52C42CC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5EF0F-07A5-4D2C-802A-F0F81C9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必須プロパティ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7D9A3-DA66-4011-9CD0-BDA5DD53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6024A-C567-48FB-A79E-C8A764ED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DA90D-99B9-436E-A0BB-E41D726C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5F8D8-62BF-4862-9AE7-A32E7FA6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D86E6-4975-4D5C-BB08-CB5010F5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B61A4-E36C-40D6-BC7B-4A0213C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06AEA-97D3-46E1-904F-46316875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B1417-1DD2-40F5-B841-863BF9C7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AAAE5-BAFD-4AA4-9479-EB2DBCDC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E60F8-9B43-4868-BF38-71C73A39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F19D5-1F9E-4FEE-A0F1-493D7FFC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0F0B73-E7E2-4D6B-819F-01FC5B2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EBB9D-7185-4EB6-969E-AF45C733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A81BF-B849-4435-AFEC-1D9C83D3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storedPasskey.credentialId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AFD66-39CC-4AFE-A3D0-64DBD5D4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7BC5B-865D-4D97-8938-D9BC40F6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response.idと対応するCredential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CF201-B89F-4511-9A16-53A9D188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9806DA-850B-4F40-879F-BA899932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publicKey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E10DD-3CA1-42C2-9B5A-F98D7A5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F9FC7-75D0-4196-9581-56BC8DB3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Uint8Array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B251E-64B5-4B1B-BE1A-9495D689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99837-B093-42AD-BB3B-052DAF53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保存済み公開鍵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5FD238-3B71-4583-BF07-82B07774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E2BAC2-EBD4-45C0-B78E-F140103D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response.signatureを検証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00D1E-2F9B-4B8E-97F7-3CDE6B7D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E9CC2E-2113-4B55-85DE-F50BC19B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counter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2E68EA-1BF6-4D3E-8B06-F6A01E9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492676-D636-4ED3-A15B-C01F119A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number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E1E186-434E-40F4-8A31-9DB580C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0FE722-7478-4853-AAE6-FE175019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保存済みcounter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CF6E0E-A7C5-478B-8893-F4ACD858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569B7B-864A-49DF-BC5A-B14A6AAA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認証器の署名カウンターを検証</a:t>
            </a:r>
          </a:p>
        </p:txBody>
      </p:sp>
    </p:spTree>
    <p:extLst>
      <p:ext uri="{BB962C8B-B14F-4D97-AF65-F5344CB8AC3E}">
        <p14:creationId xmlns:p14="http://schemas.microsoft.com/office/powerpoint/2010/main" val="206020078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09E9B3-4995-45C8-AEFF-EA40ADEF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36 / AUTHENTICATION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CB62C-E623-4674-B09D-7B919E87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認証検証結果からnewCounterを保存する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4025D-DFBD-4BEB-B3C3-24F2199B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7C0DE-CAC9-4B8F-8E8E-A6133A7F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21D47-DD35-4502-914C-AB06853E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64B89-5AE7-4526-B27F-BA454206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ACBFD-1A26-4319-95AF-B929A9F4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必須・成功時プロパティ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719B0-949E-4DBB-8165-1525AE5C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E2D66-4C29-4F71-80C2-C66ED486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9AD85-2270-4DBB-BD51-E1B10F9D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7FBCE-FB08-4E5C-A2CF-92C1B439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497F9-38DD-4FCE-90BC-8B00B9CC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23E4D-64DD-4DF6-A259-1301987B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996D0-9EB8-4F04-A21A-9D6C6D1C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DDA88-3000-471F-8923-1FA64AE6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D3BAC-344D-4AFE-ABD0-C43823C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659D4-BCD6-4FB9-AEDF-F764049B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BD7B8-9F86-4425-81D2-1943710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438F8-EE77-4A03-860F-9D4525EF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boolean（必須）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177A8-5953-41F2-A384-075286BB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F6302-72C4-4E77-9093-5093C372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true / 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328F4-E424-429C-A391-065CBEDF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D8AD5-95B7-4EA9-831D-6D4C670B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認証結果が検証に成功したか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553BB-1FE6-4F56-AB4C-65CB6D0D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FBDDC-3537-4392-A1E0-2309ACD7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authenticationInfo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B7DC4-BDCA-4963-AA64-6994ADF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337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A12D2-874A-4DEA-A425-F4F5FBC8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object（成功時）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DD0397-FB5D-4A69-AAAC-C401362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91B45B-812A-4E3C-843F-81312C47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8132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newCounterを含む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7E82E-23CE-46F8-B1B8-07DB73B3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3370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0C30C6-DEA8-4BE5-81E0-021EC7B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8132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検証済み認証情報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99B0F-4769-4CED-ABAD-C40AB634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6357B-0173-4A86-A4F6-9F23D93A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authenticationInfo.newCounter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4869A5-2BC7-4551-AF2B-6889A8E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2F67F-37E5-4DDD-8B65-7FA4B14B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62375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number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02A606-28BB-47EB-969D-AA940E9D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56C769-618B-4879-A80D-A1BDD67A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62375"/>
            <a:ext cx="259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検証後のcounter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22CBA6-AE62-448E-99D1-667D8C8A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752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5D754E-63BA-43F0-BB18-709498C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62375"/>
            <a:ext cx="3562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次回認証に備えてDBへ保存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A6460F-C0C8-467F-BE1A-753CE0C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同期型パスキーではcounterが常に増加するとは限らない。保存値を渡し、返された値を保存する。</a:t>
            </a:r>
          </a:p>
        </p:txBody>
      </p:sp>
    </p:spTree>
    <p:extLst>
      <p:ext uri="{BB962C8B-B14F-4D97-AF65-F5344CB8AC3E}">
        <p14:creationId xmlns:p14="http://schemas.microsoft.com/office/powerpoint/2010/main" val="110459180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DD02C-AD50-421B-AA30-F16269F6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37 /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A6BF8-C96F-4B06-B10B-AC7180DF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検証成功後にchallengeを一度だけ消費する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B6999-C5DB-49B6-A755-AAE85DE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BA277-3F18-4C8F-B779-BE42FFFE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50460-7386-47BC-B13E-1774D3BB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191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4D7A1-699C-4F95-BEE2-046A0036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58102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const stored = await findUnique({ challenge 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(!stored || stored.expiredAt &lt;= new Date()) throw Error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await verify...()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await delete({ challenge: stored.challenge 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7B3DF-1510-4317-81B0-E521E52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8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042C7-B809-40DC-ADFF-F2003C63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0200"/>
            <a:ext cx="3562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一致だけでなく有効期限を確認する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5184B-7EC6-4F7D-9888-7E788D8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5A719-A5E0-4DFD-958D-97C4715D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3562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削除は検証成功後に行う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1D6F2-7C02-4489-B33B-8C2514A6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977AE-218B-4AE3-A929-BF243920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52800"/>
            <a:ext cx="3562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deleteMany()ではcount === 1を確認する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DB94E-CBB1-470D-A243-F03CB3F6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345AD-6855-4F1A-AFF1-F15EDE18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29100"/>
            <a:ext cx="3562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challenge・セッションID・処理IDのいずれかで一意に消費する</a:t>
            </a:r>
          </a:p>
        </p:txBody>
      </p:sp>
    </p:spTree>
    <p:extLst>
      <p:ext uri="{BB962C8B-B14F-4D97-AF65-F5344CB8AC3E}">
        <p14:creationId xmlns:p14="http://schemas.microsoft.com/office/powerpoint/2010/main" val="175078134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53F68F-81AB-4ED4-8155-8E0E8087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38 /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C47C3-E7C6-487F-B7D9-8B874E05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パスキーの検証に必要な値を保存する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B7317-69AB-467D-AA2E-8B146D3D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0D02B-5019-4A24-800D-31B141E1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F32FD-D367-41AE-BE69-907E0BC5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Passkey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7DD77-FD62-4E3A-8B30-509AA9C0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85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CF4EC-64B3-459F-9707-0ACB3478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保存プロパティ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6F493-236D-4EF6-9687-70455527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955B9-BFBB-4F4F-ACDD-6F7BE4E0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プロパティ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B91AE-8D69-42B5-9DFB-BF272E28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15173-AD85-4A8A-BDEB-4B20331D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26881-7568-4F80-8D21-DB4CEA98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FD804-FBDF-45DA-86EF-668DC5D6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811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取りうる値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A71FC-E621-4E7D-9112-6E2EF360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A614C-5D71-4841-97E8-0A24AE15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FDF2A-FEC7-4F89-B122-A179BCFD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5F062-C713-4D80-9018-2D344FA3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credentialId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3A789-3071-4198-B5AF-8BE364EA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1A671-EE79-40D1-A5B7-1F15BF8A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74256-63C0-4A46-A246-FA1DDA16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962B6-1C54-4B03-B0E6-E12DF1E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02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Credential 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D0361-F07E-4139-B9B9-E08D838E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68651-3D44-405F-B634-F52D261E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002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認証結果からパスキーを検索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9C9F6-599D-4D0B-B5FA-3F6672F1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32BD-27FA-4288-B14D-5E397ED6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userId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0DDF7-502F-4483-B8B9-064B79CC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292B28-1566-4B03-93A9-B89DDE7B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527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90BBA-D844-4F5F-92CB-A6BEC13F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D88E7-B44E-41D1-B187-1415127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527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内部ユーザーID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1B8731-C69A-445D-BE44-56A645E9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051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E57C18-299C-4BBE-9B9F-FC4AE57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527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パスキーとアカウントを対応付ける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79353C-2821-4C9C-881E-9EEE25A6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15183-5358-4DA8-A567-AA91F61B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publicKey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03C063-EBC9-4C37-A33A-B5F554F7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358DAE-2940-497F-BB73-B0377CD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Bytes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7BBFA-ACD8-47FF-A2B2-760CFA62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75B35-B4EE-4D81-883F-8BA8DBE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051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登録時の公開鍵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729169-A979-4890-BECE-A6820B27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575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2D6F5F-354A-434E-A82E-043D5E8F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認証時の署名を検証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3EABB7-03FC-480D-B6B9-F36438D5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F23C4-C3B5-49E5-A125-547792A3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counter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D15E0A-3598-490E-ABA6-4FDF42E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0FB77D-78CE-4C9D-9778-3B48B796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BigInt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60173F-2199-4630-8FF0-3CD683E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00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1299C1-D8EF-4E59-8AE2-F18DA0C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576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検証後のnewCounter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0B6B11-B5AE-4A98-9E84-43F63C1E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F16459-00D2-42A8-B6A6-2203769C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576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署名カウンターを継続管理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F97F8F-70A9-40FE-B599-1D5B26B6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38D01E-E1C9-4860-A575-65C47951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transports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A0E4CD-54DE-459B-AC1F-EDF51A48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62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F804FC-BF95-4A40-8FDD-1D87CFB5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00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string[]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F1A329-7716-48FE-B0B5-4AFC558D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CC5263-6229-48B3-BEA6-19732C51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1007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internal / hybrid / usb / nfc / ble 等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F87B4A-324A-41A5-A7D9-3E5FD599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6245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E00E5B-6439-45AB-98F1-B2F18648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00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次回認証時の接続ヒント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DF065C-7A97-4B5D-BBE1-CCAA0BB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D12197-A490-4AAC-B8D9-D41BF337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5FC7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245FC7"/>
                </a:solidFill>
                <a:latin typeface="Menlo"/>
                <a:ea typeface="Menlo"/>
                <a:cs typeface="Menlo"/>
              </a:rPr>
              <a:t>deviceType / backedUp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A29A18-ABE3-477D-A764-D390E73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E556BC-C805-44E4-969C-9198BE67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9625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7242B"/>
                </a:solidFill>
                <a:latin typeface="Menlo"/>
                <a:ea typeface="Menlo"/>
                <a:cs typeface="Menlo"/>
              </a:rPr>
              <a:t>string? / boolean?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CE64FB-FAAC-4A7A-A5DB-A7140673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D5716C-5246-4E2B-9ACA-7BD1FA41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62525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single/multi / true/false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1F4041-EBBA-433E-9A86-6BDE79A6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14900"/>
            <a:ext cx="3752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9E0E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97EEFF-CBEB-44AC-983B-346F769A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625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デバイス種別とバックアップ状態を管理</a:t>
            </a:r>
          </a:p>
        </p:txBody>
      </p:sp>
    </p:spTree>
    <p:extLst>
      <p:ext uri="{BB962C8B-B14F-4D97-AF65-F5344CB8AC3E}">
        <p14:creationId xmlns:p14="http://schemas.microsoft.com/office/powerpoint/2010/main" val="82855070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DF7F9-8BE0-4496-AE71-D57D23A6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39 / SIMPLEWEBAUTHN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C7699-1B76-4474-8EE6-745A112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SimpleWebAuthnは変換と検証の独自実装を減らす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E6F87-BB66-4830-B74C-594BC6F9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45121-A2BD-4006-AC71-3989DEE7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E870C-5CE7-4414-B91E-C77A94B7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26363D"/>
          </a:solidFill>
          <a:ln xmlns:a="http://schemas.openxmlformats.org/drawingml/2006/main" w="9525">
            <a:solidFill>
              <a:srgbClr val="2636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BAE91-035D-4A7E-9B11-91A2CA17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66725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// browser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startRegistration({ optionsJSON 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startAuthentication({ optionsJSON 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browserSupportsWebAuthn()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// server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verifyRegistrationResponse({ ... 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verifyAuthenticationResponse({ ... 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853A6-FD16-4A78-9FB9-4608236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browserが担当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18C0A-85FA-4D5B-982F-1B4CDB51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F38C3-2180-44A1-BD4D-7746E340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Base64URLとバイナリの変換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D06B6-D01D-4323-A822-CAC6F836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20781-0F57-4518-B97E-63200AFB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WebAuthn APIの呼び出し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34C8A-8F1B-427B-BB9F-D1A9BF5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C30A0-0D7D-4563-975E-3E8ADDE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PublicKeyCredentialのJSON化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14783-A92E-4994-B5B3-55C60DD0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39B85-D13C-4ECA-8FEC-25235DF3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対応判定・Conditional UI・エラー処理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E02A6-09C6-4305-A198-28D9BDE3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A96700"/>
                </a:solidFill>
                <a:latin typeface="Hiragino Sans"/>
                <a:ea typeface="Hiragino Sans"/>
                <a:cs typeface="Hiragino Sans"/>
              </a:rPr>
              <a:t>担当しない：オプション取得と結果送信のfetch</a:t>
            </a:r>
          </a:p>
        </p:txBody>
      </p:sp>
    </p:spTree>
    <p:extLst>
      <p:ext uri="{BB962C8B-B14F-4D97-AF65-F5344CB8AC3E}">
        <p14:creationId xmlns:p14="http://schemas.microsoft.com/office/powerpoint/2010/main" val="113201745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9D7F9E-00B2-43FD-B5FC-F6971E7F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40 /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60988-8813-491B-B1A9-AA3B16C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実装時は発行・検証・保存の順序を守る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0D749-EAE2-4526-A5CB-193F3492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86C80-4AAF-44BC-B75D-D7BADA3C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246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E6B72"/>
                </a:solidFill>
                <a:latin typeface="Hiragino Sans"/>
                <a:ea typeface="Hiragino Sans"/>
                <a:cs typeface="Hiragino Sans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8A84A-A3ED-4FE1-B092-B0715B49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DE3FB-B12A-405D-996C-47946A92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challengeはサーバーで生成する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3F707-E561-4B58-8568-0D3232AE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C72EC-3AEC-4D82-B0BA-C8A14FAF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登録用と認証用の用途を分ける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9BC85-C867-4593-90C6-637F30F0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EFF2F-9266-4614-B043-BD553D8A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有効期限と一度だけの消費を実装する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BAC4B-CF7C-4192-BFB5-AF3C7A0A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CE241-2E07-4CA8-A936-17CA184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expectedOriginはスキーム・ポートを含める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CF2F1-8BD2-45B1-B22B-078B26B9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0C0D2-DDC0-4672-9F54-015A19CD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expectedRPIDはスキーム・ポートを含めない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4BDD5-2C31-4ABA-90B1-E2D5BDA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668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0F5C9-692A-4A7C-A627-5E8CE8E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E1E5D3-DF20-4449-8396-C110D1DD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049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user.idは変更されない不透明IDにする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DCD51-2BAE-4CA7-9A67-49DDBE93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88EA6-53FF-412F-A8E0-5DD9189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認証時はCredential IDから公開鍵を取得する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73172-8E61-4CE1-9EF8-687E4C4C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8C461-D69C-42B1-8E8B-308836D1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検証成功後にcounterを更新する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D2A0E-0FA0-463F-9DF0-A50053AD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3EB79-71F7-45A6-893B-E501F492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検証前にセッションを発行しない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D0926-1B32-4F63-8CF1-6381626D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1944E-0AC7-4705-8BCD-04259301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48150"/>
            <a:ext cx="4705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7242B"/>
                </a:solidFill>
                <a:latin typeface="Hiragino Sans"/>
                <a:ea typeface="Hiragino Sans"/>
                <a:cs typeface="Hiragino Sans"/>
              </a:rPr>
              <a:t>本番環境はHTTPSを使う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7536F-24A5-4054-80EC-E534BE1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93462D-BC92-4DA4-8897-21826F3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036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245FC7"/>
                </a:solidFill>
                <a:latin typeface="Hiragino Sans"/>
                <a:ea typeface="Hiragino Sans"/>
                <a:cs typeface="Hiragino Sans"/>
              </a:rPr>
              <a:t>オプションを渡す → Credentialを受け取る → 期待値と保存済み公開鍵で検証する</a:t>
            </a:r>
          </a:p>
        </p:txBody>
      </p:sp>
    </p:spTree>
    <p:extLst>
      <p:ext uri="{BB962C8B-B14F-4D97-AF65-F5344CB8AC3E}">
        <p14:creationId xmlns:p14="http://schemas.microsoft.com/office/powerpoint/2010/main" val="1693283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2026-08-08T08:46:01.1930000Z</dcterms:created>
  <dcterms:modified xsi:type="dcterms:W3CDTF">2026-08-08T08:46:01.1930000Z</dcterms:modified>
</coreProperties>
</file>