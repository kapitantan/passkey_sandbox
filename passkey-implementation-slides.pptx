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93cc246863470c" /><Relationship Type="http://schemas.openxmlformats.org/officeDocument/2006/relationships/extended-properties" Target="/docProps/app.xml" Id="Rb627dc445d7b4f4a" /><Relationship Type="http://schemas.openxmlformats.org/officeDocument/2006/relationships/officeDocument" Target="/ppt/presentation.xml" Id="R195c006cf09748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ad234f9e534e58"/>
  </p:sldMasterIdLst>
  <p:notesMasterIdLst>
    <p:notesMasterId xmlns:r="http://schemas.openxmlformats.org/officeDocument/2006/relationships" r:id="Rf97011a6761941e1"/>
  </p:notesMasterIdLst>
  <p:sldIdLst>
    <p:sldId xmlns:r="http://schemas.openxmlformats.org/officeDocument/2006/relationships" id="256" r:id="R0e431bb0e8c74306"/>
    <p:sldId xmlns:r="http://schemas.openxmlformats.org/officeDocument/2006/relationships" id="257" r:id="R64c2d379528a43c6"/>
    <p:sldId xmlns:r="http://schemas.openxmlformats.org/officeDocument/2006/relationships" id="258" r:id="Rf17bfb7db8fe4ae8"/>
    <p:sldId xmlns:r="http://schemas.openxmlformats.org/officeDocument/2006/relationships" id="259" r:id="R31e376d46c924147"/>
    <p:sldId xmlns:r="http://schemas.openxmlformats.org/officeDocument/2006/relationships" id="260" r:id="R75ba541df8ad4040"/>
    <p:sldId xmlns:r="http://schemas.openxmlformats.org/officeDocument/2006/relationships" id="261" r:id="R374ed52412cf451a"/>
    <p:sldId xmlns:r="http://schemas.openxmlformats.org/officeDocument/2006/relationships" id="262" r:id="R45c43bd81e1045fc"/>
    <p:sldId xmlns:r="http://schemas.openxmlformats.org/officeDocument/2006/relationships" id="263" r:id="R4ab0faccb9f34b43"/>
    <p:sldId xmlns:r="http://schemas.openxmlformats.org/officeDocument/2006/relationships" id="264" r:id="Rd2cd3ab84b4e464d"/>
    <p:sldId xmlns:r="http://schemas.openxmlformats.org/officeDocument/2006/relationships" id="265" r:id="R38c9707ef39942fe"/>
    <p:sldId xmlns:r="http://schemas.openxmlformats.org/officeDocument/2006/relationships" id="266" r:id="R68fb4f0f671142f0"/>
    <p:sldId xmlns:r="http://schemas.openxmlformats.org/officeDocument/2006/relationships" id="267" r:id="R56406eccd8a14bbd"/>
    <p:sldId xmlns:r="http://schemas.openxmlformats.org/officeDocument/2006/relationships" id="268" r:id="R0ae2afc42a034f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f534cf4101498f" /><Relationship Type="http://schemas.openxmlformats.org/officeDocument/2006/relationships/slideMaster" Target="/ppt/slideMasters/slideMaster1.xml" Id="R40ad234f9e534e58" /><Relationship Type="http://schemas.openxmlformats.org/officeDocument/2006/relationships/notesMaster" Target="/ppt/notesMasters/notesMaster1.xml" Id="Rf97011a6761941e1" /><Relationship Type="http://schemas.openxmlformats.org/officeDocument/2006/relationships/presProps" Target="/ppt/presProps.xml" Id="R82740c6ee453443d" /><Relationship Type="http://schemas.openxmlformats.org/officeDocument/2006/relationships/tableStyles" Target="/ppt/tableStyles.xml" Id="R896da2550c4e48bd" /><Relationship Type="http://schemas.openxmlformats.org/officeDocument/2006/relationships/slide" Target="/ppt/slides/slide1.xml" Id="R0e431bb0e8c74306" /><Relationship Type="http://schemas.openxmlformats.org/officeDocument/2006/relationships/slide" Target="/ppt/slides/slide2.xml" Id="R64c2d379528a43c6" /><Relationship Type="http://schemas.openxmlformats.org/officeDocument/2006/relationships/slide" Target="/ppt/slides/slide3.xml" Id="Rf17bfb7db8fe4ae8" /><Relationship Type="http://schemas.openxmlformats.org/officeDocument/2006/relationships/slide" Target="/ppt/slides/slide4.xml" Id="R31e376d46c924147" /><Relationship Type="http://schemas.openxmlformats.org/officeDocument/2006/relationships/slide" Target="/ppt/slides/slide5.xml" Id="R75ba541df8ad4040" /><Relationship Type="http://schemas.openxmlformats.org/officeDocument/2006/relationships/slide" Target="/ppt/slides/slide6.xml" Id="R374ed52412cf451a" /><Relationship Type="http://schemas.openxmlformats.org/officeDocument/2006/relationships/slide" Target="/ppt/slides/slide7.xml" Id="R45c43bd81e1045fc" /><Relationship Type="http://schemas.openxmlformats.org/officeDocument/2006/relationships/slide" Target="/ppt/slides/slide8.xml" Id="R4ab0faccb9f34b43" /><Relationship Type="http://schemas.openxmlformats.org/officeDocument/2006/relationships/slide" Target="/ppt/slides/slide9.xml" Id="Rd2cd3ab84b4e464d" /><Relationship Type="http://schemas.openxmlformats.org/officeDocument/2006/relationships/slide" Target="/ppt/slides/slide10.xml" Id="R38c9707ef39942fe" /><Relationship Type="http://schemas.openxmlformats.org/officeDocument/2006/relationships/slide" Target="/ppt/slides/slide11.xml" Id="R68fb4f0f671142f0" /><Relationship Type="http://schemas.openxmlformats.org/officeDocument/2006/relationships/slide" Target="/ppt/slides/slide12.xml" Id="R56406eccd8a14bbd" /><Relationship Type="http://schemas.openxmlformats.org/officeDocument/2006/relationships/slide" Target="/ppt/slides/slide13.xml" Id="R0ae2afc42a034f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11f2de56184e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af073398d14bd0" /><Relationship Type="http://schemas.openxmlformats.org/officeDocument/2006/relationships/notesMaster" Target="/ppt/notesMasters/notesMaster1.xml" Id="R4cd1b921f6da42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7cf984d26b4589" /><Relationship Type="http://schemas.openxmlformats.org/officeDocument/2006/relationships/notesMaster" Target="/ppt/notesMasters/notesMaster1.xml" Id="Rb454875ac0ac47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a0894fcb3d4b4b" /><Relationship Type="http://schemas.openxmlformats.org/officeDocument/2006/relationships/notesMaster" Target="/ppt/notesMasters/notesMaster1.xml" Id="Radee8bfb43da47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db703eb0304d1a" /><Relationship Type="http://schemas.openxmlformats.org/officeDocument/2006/relationships/notesMaster" Target="/ppt/notesMasters/notesMaster1.xml" Id="R93c3c1a9e60e48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0e5f66233d47d3" /><Relationship Type="http://schemas.openxmlformats.org/officeDocument/2006/relationships/notesMaster" Target="/ppt/notesMasters/notesMaster1.xml" Id="Rb64b12a6992741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c917a651f84a97" /><Relationship Type="http://schemas.openxmlformats.org/officeDocument/2006/relationships/notesMaster" Target="/ppt/notesMasters/notesMaster1.xml" Id="Rd9fbd8b893b84a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a06f0f77bb47ee" /><Relationship Type="http://schemas.openxmlformats.org/officeDocument/2006/relationships/notesMaster" Target="/ppt/notesMasters/notesMaster1.xml" Id="Racbf8ca53c0f49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9688394a744c1d" /><Relationship Type="http://schemas.openxmlformats.org/officeDocument/2006/relationships/notesMaster" Target="/ppt/notesMasters/notesMaster1.xml" Id="R83a638d57a6e4f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0f430fce7a4589" /><Relationship Type="http://schemas.openxmlformats.org/officeDocument/2006/relationships/notesMaster" Target="/ppt/notesMasters/notesMaster1.xml" Id="R747f04ed2b234b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0cdc866e234083" /><Relationship Type="http://schemas.openxmlformats.org/officeDocument/2006/relationships/notesMaster" Target="/ppt/notesMasters/notesMaster1.xml" Id="R9e4d1aa0a93d49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772b8775324478" /><Relationship Type="http://schemas.openxmlformats.org/officeDocument/2006/relationships/notesMaster" Target="/ppt/notesMasters/notesMaster1.xml" Id="R45d221bdd0c34c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765f5762244ea1" /><Relationship Type="http://schemas.openxmlformats.org/officeDocument/2006/relationships/notesMaster" Target="/ppt/notesMasters/notesMaster1.xml" Id="R5f7d7c47852348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c0379fd82f499d" /><Relationship Type="http://schemas.openxmlformats.org/officeDocument/2006/relationships/notesMaster" Target="/ppt/notesMasters/notesMaster1.xml" Id="R935e5ee862cb42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https://developer.mozilla.org/ja/docs/Web/API/Web_Authentication_API</a:t>
            </a:r>
          </a:p>
          <a:p xmlns:a="http://schemas.openxmlformats.org/drawingml/2006/main">
            <a:r>
              <a:t>- https://simplewebauthn.dev/docs/packages/server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https://developer.mozilla.org/ja/docs/Web/API/Web_Authentication_API</a:t>
            </a:r>
          </a:p>
          <a:p xmlns:a="http://schemas.openxmlformats.org/drawingml/2006/main">
            <a:r>
              <a:t>- https://simplewebauthn.dev/docs/packages/server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https://developer.mozilla.org/ja/docs/Web/API/Web_Authentication_API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https://developer.mozilla.org/ja/docs/Web/API/Web_Authentication_API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https://developer.mozilla.org/ja/docs/Web/API/Web_Authentication_API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https://simplewebauthn.dev/docs/packages/server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https://simplewebauthn.dev/docs/packages/server</a:t>
            </a:r>
          </a:p>
          <a:p xmlns:a="http://schemas.openxmlformats.org/drawingml/2006/main">
            <a:r>
              <a:t>- https://simplewebauthn.dev/docs/packages/browser/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- https://www.w3.org/TR/webauthn-3/</a:t>
            </a:r>
          </a:p>
          <a:p xmlns:a="http://schemas.openxmlformats.org/drawingml/2006/main">
            <a:r>
              <a:t>- https://simplewebauthn.dev/docs/packages/server</a:t>
            </a:r>
          </a:p>
          <a:p xmlns:a="http://schemas.openxmlformats.org/drawingml/2006/main">
            <a:r>
              <a:t>- https://developer.mozilla.org/ja/docs/Web/API/Web_Authentication_API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5d9a0fb3c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4176042c5744c1" /><Relationship Type="http://schemas.openxmlformats.org/officeDocument/2006/relationships/slideLayout" Target="/ppt/slideLayouts/slideLayout1.xml" Id="R696714d14ab14c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6714d14ab14c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45e13aa3840bd" /><Relationship Type="http://schemas.openxmlformats.org/officeDocument/2006/relationships/notesSlide" Target="/ppt/notesSlides/notesSlide1.xml" Id="Rec81c6e47ca04c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94bc3f6e541da" /><Relationship Type="http://schemas.openxmlformats.org/officeDocument/2006/relationships/notesSlide" Target="/ppt/notesSlides/notesSlide2.xml" Id="Raee10d583f1940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e3d3e6a6d41a8" /><Relationship Type="http://schemas.openxmlformats.org/officeDocument/2006/relationships/notesSlide" Target="/ppt/notesSlides/notesSlide3.xml" Id="R1359dae873f643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35eaeaaf54547" /><Relationship Type="http://schemas.openxmlformats.org/officeDocument/2006/relationships/notesSlide" Target="/ppt/notesSlides/notesSlide4.xml" Id="R58439fd2e3ed49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68c49655d4358" /><Relationship Type="http://schemas.openxmlformats.org/officeDocument/2006/relationships/notesSlide" Target="/ppt/notesSlides/notesSlide5.xml" Id="R8a73464eb5ce4a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225b5ef7a4a66" /><Relationship Type="http://schemas.openxmlformats.org/officeDocument/2006/relationships/notesSlide" Target="/ppt/notesSlides/notesSlide6.xml" Id="Rfae788e97e994b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e0a056b38482a" /><Relationship Type="http://schemas.openxmlformats.org/officeDocument/2006/relationships/notesSlide" Target="/ppt/notesSlides/notesSlide7.xml" Id="Rfbcfe1ec7b7e4c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c3de7f3914815" /><Relationship Type="http://schemas.openxmlformats.org/officeDocument/2006/relationships/notesSlide" Target="/ppt/notesSlides/notesSlide8.xml" Id="R0ee287afcecf4c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040fab33146bf" /><Relationship Type="http://schemas.openxmlformats.org/officeDocument/2006/relationships/notesSlide" Target="/ppt/notesSlides/notesSlide9.xml" Id="Rfe638a8864d341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98be2ca184602" /><Relationship Type="http://schemas.openxmlformats.org/officeDocument/2006/relationships/notesSlide" Target="/ppt/notesSlides/notesSlide10.xml" Id="Rf4cd7a1016aa4d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a78a4542e429e" /><Relationship Type="http://schemas.openxmlformats.org/officeDocument/2006/relationships/notesSlide" Target="/ppt/notesSlides/notesSlide11.xml" Id="R70951ebc04d54a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71fa6feaa4041" /><Relationship Type="http://schemas.openxmlformats.org/officeDocument/2006/relationships/notesSlide" Target="/ppt/notesSlides/notesSlide12.xml" Id="R5b7cbc3236e743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f10d7c4a14de8" /><Relationship Type="http://schemas.openxmlformats.org/officeDocument/2006/relationships/notesSlide" Target="/ppt/notesSlides/notesSlide13.xml" Id="R010c810fbd9d4c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A9743-DDED-459D-A3A4-B054C396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9222A-DFCA-436C-8373-BD111EBE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PASSKEY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689FD-7928-42B4-9B09-31D309E7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WebAuthn APIを直接使う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パスキー実装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4429C-E73A-4555-AD37-B7C5C6A5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ブラウザ標準API × @simplewebauthn/server × PostgreSQL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DE2B8-2B4E-4C97-A95E-8A219A81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14550"/>
            <a:ext cx="7620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22410-B2FE-4296-87B4-8B2B0495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114550"/>
            <a:ext cx="7620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83B5B-2DDB-4FF5-ACFC-C87073B4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05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78A55-CAF4-42CC-95AC-B9A9F048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64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2D5DF-261D-4B63-8F40-2BE5059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05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26157-A5F4-4173-9647-EF96355B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24050"/>
            <a:ext cx="64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1AFE9-DCCA-4E5B-B5B9-5554D32C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905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E8A73-868D-4219-99CC-5718646A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924050"/>
            <a:ext cx="64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285F1-B57D-4F5E-907B-804892F8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752DB-1E13-4634-BE45-E60C0BDE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5D785-0C66-42C7-8375-838D5862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241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26E34-87E5-472B-BC75-2EFD8541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5FA53-1CD1-4330-B653-26FC2EB3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登録・認証のデータフローと、実運用で外せない検証ポイント</a:t>
            </a:r>
          </a:p>
        </p:txBody>
      </p:sp>
    </p:spTree>
    <p:extLst>
      <p:ext uri="{BB962C8B-B14F-4D97-AF65-F5344CB8AC3E}">
        <p14:creationId xmlns:p14="http://schemas.microsoft.com/office/powerpoint/2010/main" val="1779686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0A1903-02C4-45CC-9FB9-BDA9F877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9BAF5-E459-4BFF-ABF5-6652C29F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01 /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1AECE-3A9C-4326-8C48-5E292FD0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責務を3層に分けると、実装の境界が見える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34EFC-0EFB-4C8B-A16D-A985F8EA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95DF8-638E-4BD5-A47A-3F3BE5EB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6078B-0325-4052-B27E-811CF80C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ブラウザはWebAuthnを呼び、サーバーは結果を検証し、DBは状態を保持する。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8F825-5CD7-43F3-87DC-9F99734C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09875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1369F-55D0-4CAE-90B8-713AF8FB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09875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50124-4422-4135-BA7D-8592706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09875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D4DF5-965E-4AD0-8C43-E6B2673C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9142A-99B0-46C4-872B-852584D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5CE1F-6D6A-4724-81EA-B610A2C3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React / TypeScript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06891-BA7D-49CC-AD85-7F002814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JSONを受け取り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Base64URLをバイナリへ変換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EF9E3-6CE1-408F-A7D3-DF4B9B0D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09800"/>
            <a:ext cx="1981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9F515-C524-45F1-AE15-70138AB0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003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9F7A3-3E6D-453C-BBA0-6254F695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9557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WebAuthn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6877D-2C42-4496-AF4C-2600998B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3850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create() / get()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認証器UIを起動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97878-7CC4-4619-BF13-E7A23F07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B8170-DE4E-4B8F-A543-9851EA6D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SERVER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8ABFB-B24B-4D28-B009-8174DFC7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Express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5BA61-030B-4F19-B411-98BA93EC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SimpleWebAuthnで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登録・認証結果を検証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0EA11-1374-4522-B6E4-08BB2B51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352BF-C692-4B57-8292-5D6CE34E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22DD6-C193-4237-A711-DA1227BE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955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3C132-6877-4FB8-975B-479122AA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38500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challenge・公開鍵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counterを保持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05157-EE9F-4327-AE52-0063957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8533AE-9333-4F6C-99C0-07861079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実装方針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4FF23A-A021-4DCB-A261-0194321D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2917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クライアントではライブラリを使わず、navigator.credentials を直接呼ぶ。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暗号・形式検証は @simplewebauthn/server に委ねる。</a:t>
            </a:r>
          </a:p>
        </p:txBody>
      </p:sp>
    </p:spTree>
    <p:extLst>
      <p:ext uri="{BB962C8B-B14F-4D97-AF65-F5344CB8AC3E}">
        <p14:creationId xmlns:p14="http://schemas.microsoft.com/office/powerpoint/2010/main" val="19023405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3322A0-4932-467B-9A1B-6E1546D0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1F518-7B07-4134-9A57-0BDCE0BD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02 / TWO 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51200-F622-463A-B09E-A391DCA0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登録と認証は、同じ骨格でデータだけが変わる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3CA20-7DB8-4F94-948C-3D8E4945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FAD5E-FD4A-43F2-AD99-2A78FA2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EA345-622B-4FDF-B429-28AA594E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ブラウザAPI・オプション・戻り値・サーバー検証関数を一対一で対応づける。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2E0C2-BEB5-4595-905D-0EFC7FDB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5747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95EC8-549E-4AD1-B45B-91750D3F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5747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15AAA-D814-49D0-8EAC-2F57EF40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5747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A9844-9F88-47D7-9E94-36F3C6A6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FEEF1-0B4D-4EA2-8DD8-CE132D9D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8152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1B057-B5AB-4952-8AFF-2FB67EDD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8152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789ED-21D0-4E7C-A723-7361CF75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8152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B7AB4-0730-474D-8E19-5740E4E6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87534-73C4-4B54-8F4F-905DB40F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登録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F7C78-B172-4FF7-8CC0-0CD42ABC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認証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23E01-5A78-44A5-B8B0-50160E9A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43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Browser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8C17B-C260-4BCB-BDCE-562DBF5E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5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create()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05148-252A-4976-961E-21F8534F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Options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7A45B-3616-45DB-AB13-080FE5FF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CreationOptions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F93C0-DEBE-44DB-9D9F-D28177B0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AD4A8-B641-42C2-B199-49579CE0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05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Attestation</a:t>
            </a:r>
          </a:p>
          <a:p xmlns:a="http://schemas.openxmlformats.org/drawingml/2006/main">
            <a:pPr algn="l">
              <a:defRPr sz="142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9A1E7-9874-4602-92EF-13305003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43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Server 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6D2DB-1947-4DE5-A9EA-3AF31D1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verifyRegistration</a:t>
            </a:r>
          </a:p>
          <a:p xmlns:a="http://schemas.openxmlformats.org/drawingml/2006/main">
            <a:pPr algn="l">
              <a:defRPr sz="127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Response()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6EBC4-2C42-481C-81C1-6C753650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67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Browser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C3DB0E-E023-44E8-8F08-6866E4BA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291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get()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D7C91E-505D-42D5-BBAD-03A0EFFC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Options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F55CC-0EE6-49B0-9BD2-C6E25B31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RequestOptions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87887C-70E4-4529-8EAC-F2D9A0FB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67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Response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3238C-0376-45B2-8A28-7E6F38FF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291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AssertionResponse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D5B6F1-E2EB-4A49-AA42-B272BA8B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6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Server verify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83A9D1-1D53-49CE-9BC4-42A27032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29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verifyAuthentication</a:t>
            </a:r>
          </a:p>
          <a:p xmlns:a="http://schemas.openxmlformats.org/drawingml/2006/main">
            <a:pPr algn="l">
              <a:defRPr sz="1275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Response()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08BB15-3379-4129-9D24-F5F2E5F9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340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共通点：challengeを受け取る → 認証器を呼ぶ → credentialを返す → サーバーが検証する</a:t>
            </a:r>
          </a:p>
        </p:txBody>
      </p:sp>
    </p:spTree>
    <p:extLst>
      <p:ext uri="{BB962C8B-B14F-4D97-AF65-F5344CB8AC3E}">
        <p14:creationId xmlns:p14="http://schemas.microsoft.com/office/powerpoint/2010/main" val="997285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DFB696-BCE2-4361-924B-377054E9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1BBD9-C24D-4882-90DF-22A33434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03 /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2CBBC-8C1A-4CE5-948F-5DC45C78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1回の登録・認証は、発行から消費までをひと続きにする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8A788-10E5-427E-BCE9-21897C6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40A14-63FE-4462-81EF-AA57B91C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4725A-18B8-4D1A-82C6-60D7BFA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処理を4段階にまとめ、最後の状態更新とchallenge消費までを同じトランザクション境界で考える。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D64B2-7050-405B-82BA-E6452CA9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571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4F894-981E-466B-957B-C0C16C83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571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C7CFD-FBA8-4388-AA41-017E2433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571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C6E08-7BFA-4E2B-9054-8EE6F2A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1C8CF-AA37-4B80-8718-4E2BE2E5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6AC96-7487-4DAF-B27E-BA049F3C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challenge発行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8179A-9486-4DB5-83F0-4A061805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サーバーで生成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TTL付きでDBへ保存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E2E6D-CB5D-4C8C-8231-67FA7BCA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AFC02-4B41-47E3-9982-FB992A98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C3AEF-B448-4B90-89C9-CCF2FFD0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rPr>
              <a:t>WebAuthn実行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44757-5361-489F-8C8C-0AEFDBF2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95700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JSONをBufferSourceへ変換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create() / get()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5FDBE-027F-43DE-8A5D-047892CA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3BCC2-0E6B-4B00-A4B8-49172C4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F215E-1C23-4A0B-83A5-514E1285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040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サーバー検証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EFF0A-0C95-4BC3-B09B-FDBA010E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challenge・Origin・RP ID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署名 / attestation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E8AD0-C539-42C1-B726-DF65CA86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76A0A-8354-46EF-AB15-C1C2BE3E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85740-1412-4001-B6F3-015F6346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0040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状態更新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67CCF-A76C-494C-80A9-6565E29B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95700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公開鍵保存 / counter更新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challengeを一度だけ削除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FB398-4CF6-4578-89F3-CDF88942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D01E1-6489-4489-B798-743CBF8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CLIENT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A6E20-2832-48F0-B390-3D718F4B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optionsを変換し、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credentialをJSONで返す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68DC6-00DA-4528-83DE-E653B277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3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rPr>
              <a:t>AUTHENTICATOR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94B76D-24F0-44BE-8FE1-83D6E3D3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秘密鍵でcredentialを作成。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秘密鍵は端末外へ出さない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1742E-E3D8-474E-8E9A-F8A98BC9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3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SERVER + 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F15C30-9A03-483C-861D-08330343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57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結果を検証し、公開鍵・counter・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challengeの状態を更新する</a:t>
            </a:r>
          </a:p>
        </p:txBody>
      </p:sp>
    </p:spTree>
    <p:extLst>
      <p:ext uri="{BB962C8B-B14F-4D97-AF65-F5344CB8AC3E}">
        <p14:creationId xmlns:p14="http://schemas.microsoft.com/office/powerpoint/2010/main" val="1550253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C1742-4361-47C7-910C-228F9FC1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7C37C-5E2A-4E9B-BF0B-CE3186CC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04 / DATA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1DFBA-24CF-47BF-94BB-C7EA8BBD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HTTPの文字列を、WebAuthnが扱えるバイナリへ変換する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FCFD8-EB84-4248-82D6-BEEE34A1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9F7CD-CDF8-4EAE-A298-CBD81D63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02C65-3733-4578-A9C7-C56B583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challenge・Credential IDは、通信時とブラウザ内部で表現が異なる。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0E9E2-E8D8-441A-BD98-5FB5AE0A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8763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6CBD7-1D32-4839-8D7D-6CC96914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8763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C39D9-4CFF-41D7-9482-EC322CF4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C9812-BFC1-4D82-911C-28EA6D3F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HTTP /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FD813-F8DE-4E74-8D44-67D513CC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Base64URL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12F10-B772-4818-B533-1AFD09A9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credential.id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rawIdの文字列表現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06A25-D7BA-4795-9BE8-2FE1DF8C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76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75EAD-9DBD-439D-A4D3-BF897DC5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66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BROWSER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DF944-87D1-41EF-B86C-9DF2A883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47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Uint8Array / ArrayBuffer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B0907-E2D3-4E8F-B3C1-65A7FACA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766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challenge・user.id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excludeCredentials[].id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allowCredentials[].id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4FDAC-4865-420A-A4C5-FD0F8B43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3581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2CFAE-8CEB-44F1-8E3E-B81C8799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rPr>
              <a:t>AUTHENTICATOR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E2EDA-C240-4F4A-823A-F73752D8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CBOR / binary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6FC9D-9EE9-4688-8B82-BFBE85A5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76600"/>
            <a:ext cx="3581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attestationObject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authenticatorData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COSE形式の公開鍵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B6ED6-9441-4489-9764-93363E77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00400"/>
            <a:ext cx="666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D7265-545C-481E-B980-446BEE7D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09925"/>
            <a:ext cx="66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decode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556E9-E75A-4163-8BAA-D1F3B697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971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5A7AD-A3F6-4550-8686-EE6A281E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9925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WebAuthn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6052B1-371F-4C69-A6DB-B8A87B32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76800"/>
            <a:ext cx="7886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96DA6-A9F7-4216-9F57-D9B2C8D6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19675"/>
            <a:ext cx="750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decodeBase64Url(value)  →  Uint8Array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encodeBase64Url(bytes) →  Base64URL</a:t>
            </a:r>
          </a:p>
        </p:txBody>
      </p:sp>
    </p:spTree>
    <p:extLst>
      <p:ext uri="{BB962C8B-B14F-4D97-AF65-F5344CB8AC3E}">
        <p14:creationId xmlns:p14="http://schemas.microsoft.com/office/powerpoint/2010/main" val="20543153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C35B04-C5E9-41AA-A109-D485C823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733E1-C948-4E3D-B9EC-129C2BE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05 / REGISTRATION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044F0-5BCB-46FA-8FFF-9A18788D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登録オプションは、主体・鍵・認証条件を定義する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82639-75D9-4196-8571-4E307B26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4C26F-6564-4962-BCB3-143F102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C02CB-E750-4121-91BC-51E17536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78CFB-CA47-4A2B-A123-8E79A82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81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48759-960C-4716-BBED-D1725AF3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必須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06C30-ACF0-4A37-ABB4-862D1218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72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AECB0-D1D5-4E8B-BDA1-0D185B35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28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サーバーが毎回生成するランダム値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4614F-2EAA-4627-A0AA-CCDC37AC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72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rp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8C18C-7DD7-4591-9124-8519E21F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622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 IDと表示名。IDにスキーム・ポートは含めない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EC5F1-E32F-46E0-9A91-49B4B54C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72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23D60-CBAF-4744-88DB-12839990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86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不透明で変更されない user.id を使う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47C8E-C525-4E5D-848E-9A4FABEC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pubKeyCredParams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9E045-C0F9-472A-8EB4-77701958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719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ES256 (-7) など、対応する署名アルゴリズム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B602F-4495-4384-9FAE-59533146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6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F2B7F-FDBD-4F1F-9FE8-AADFD369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668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パスキーとして重要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345E0-66D7-48BF-A31E-61EA6297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CB442-63BF-488D-B5B3-07C24ABE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955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0E465-C2E4-4098-9124-0FBDED6C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4724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residentKey: 'required' でDiscoverable Credentialを作る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1607B-1546-47B1-BD33-F47A5F4B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41DF0B-D377-4A28-BB74-5A0F57E9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7657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B3720-3E6F-4329-93DC-BC85ED16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4724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userVerification: 'required' で生体認証・PINを要求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A4BA60-9FEA-4F1F-9AC1-EFA6C58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BF70FC-C4AD-4EFD-A085-6FBC061F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576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26D0F-B49E-4A0F-B709-1F8875B0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4724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excludeCredentials で同一資格情報の重複登録を防ぐ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B6744E-A956-4C32-91AA-2403F817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9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B3ABA-A8A7-4C88-A4DF-44D5B2AA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3867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C8C6D1-2BF2-4EAB-B3F4-3E00625D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4724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attestationとtimeoutは、既定値の意味を確認して選ぶ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A1010-6A4A-4F1E-83B5-8F62D41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76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EEDBEA-473B-4260-B6C4-EA25D854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navigator.credentials.create({ publicKey: creationOptions })</a:t>
            </a:r>
          </a:p>
        </p:txBody>
      </p:sp>
    </p:spTree>
    <p:extLst>
      <p:ext uri="{BB962C8B-B14F-4D97-AF65-F5344CB8AC3E}">
        <p14:creationId xmlns:p14="http://schemas.microsoft.com/office/powerpoint/2010/main" val="7447908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DADE7A-6D80-4C8C-B673-05A489D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04955-E805-476D-85DC-71FDE782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06 / REGISTRATION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975CC-9A43-457D-A050-A8829A06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登録結果から公開鍵を取り出し、サーバーで信頼を確立する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4ED4E-D13D-4B63-9D9E-0F1F8D2A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B8499-8466-45CC-89E5-836DA42F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3C2BF-C11D-45CE-86CB-0BF0855C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9C3D1-1882-49B4-93D0-1FC03690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80907-5C3F-47DA-AC35-60354C5C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BROWSER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5D107-DA6E-46DF-82E0-F3D0FEA0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875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PublicKeyCredential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918E0-79A6-419D-AF14-DBB1B819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clientDataJSON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・type = webauthn.create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・challenge / origin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7F185-811D-467B-B0EC-85A93A86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attestationObject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・RP ID hash / flags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・Credential ID / public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12C1C-0E2E-4CF7-A858-2073908B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7165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AE916-B412-4B8F-B904-80A615DE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71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SERVER 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7A53A-717A-4C1F-BF30-E235B123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verifyRegistrationResponse()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0FCC9-736F-4884-A5A8-9F6490E4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67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FE6B2-8A8F-421A-B242-7640EFC6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8607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913A3-2196-4102-8232-F0796E8B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30575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challengeが発行済みの値と一致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371A7-01ED-41FB-8C75-00D650A0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E8BD7-3B1D-4179-832C-73BAB2B4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766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E1153-4E4A-4498-B9C2-F0510809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90900"/>
            <a:ext cx="30575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OriginがexpectedOriginと一致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FE681-458D-44C8-B875-01446F1A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1FF37-A6B8-46CF-B9DD-34552192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6717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AD032F-5E6D-4CF8-877F-F7BE4CBC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81450"/>
            <a:ext cx="30575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 ID hashがexpectedRPIDと一致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E5ABC-9D73-4152-A9D3-8531BC10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38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0DDE3-67DB-475B-8350-012FFF6F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577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BD1D6-27E0-4723-B8BC-1DF06ACE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72000"/>
            <a:ext cx="30575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UP・UVとアテステーションが妥当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B0CFC-0D6C-4B36-B22E-30EDC250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7165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5C5A0-4B11-404A-8C5A-F58ECB96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71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PERSIST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4F0E28-C742-4F01-AFED-33415558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Passkey 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913CE-560D-4DE6-BB09-97358F38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AA0CB7-7CEB-4E2E-B020-3F938525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24175"/>
            <a:ext cx="200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credentialId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publicKey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counter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transports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userId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53C18-8C21-4C4E-8D11-1244A411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10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秘密鍵はサーバーへ送られない</a:t>
            </a:r>
          </a:p>
        </p:txBody>
      </p:sp>
    </p:spTree>
    <p:extLst>
      <p:ext uri="{BB962C8B-B14F-4D97-AF65-F5344CB8AC3E}">
        <p14:creationId xmlns:p14="http://schemas.microsoft.com/office/powerpoint/2010/main" val="1452159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B7131-508B-4404-BD3D-716E0983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7626F-4A04-4002-AAC4-60CB8CC8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07 / AUTHENTICATION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72CC8-C608-4A2C-B5BF-5946A3D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get() にusernameは渡さない。アカウント特定は結果から行う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8F4A7-FFFF-46AF-9243-4896C650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201A6-C55F-4693-AEE1-CDF91714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AFBA1-22D6-49D2-BF8E-03484130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00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1D716-FCE4-412C-9FF5-B408D746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navigator.credentials.get({ publicKey: requestOptions 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B4D98-C8DC-40D3-BECA-C7361177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573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PublicKeyCredentialRequestOptions に username プロパティは存在しない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F8292-B5E7-4CD5-86FC-BB397FDA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CAAC4-EA23-4A89-A7C9-4DB13203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4BF84-7EDF-4D4F-949E-00CCFE6C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A91DD-01CE-4AA7-BC13-46DEC8AA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E773B-7D3E-480B-B604-4E07FE4D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アカウント選択式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6FBF0-0FF9-4377-AE12-75BFC6EA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57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allowCredentials を省略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727E0-88E6-4800-B002-DF882D5B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認証器がRP IDに対応するDiscoverable Credentialを表示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76740-481A-40AB-B5D0-9CA23750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credential.id / userHandle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3E087-B1F5-44C3-BDBE-E9F12B01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481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サーバーが保存済みユーザーを特定し、両者の対応を照合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03DE7-D9D8-4BDF-ADDB-B7B2E196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6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16229-AAD0-4964-8FB6-C737D27B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ユーザー名を先に入力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57D6A-66FF-444D-9C96-46AFF158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allowCredentials にIDを指定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7A7AC-28A4-49BC-B504-5D25F452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38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usernameから登録済みCredential IDを検索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9548D-BEDE-47A3-94CF-4E3CC63E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387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限定されたcredential.id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D271C-BC2E-4742-88C8-F617BBB6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3340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userHandleがある場合も、保存済みの対応と照合</a:t>
            </a:r>
          </a:p>
        </p:txBody>
      </p:sp>
    </p:spTree>
    <p:extLst>
      <p:ext uri="{BB962C8B-B14F-4D97-AF65-F5344CB8AC3E}">
        <p14:creationId xmlns:p14="http://schemas.microsoft.com/office/powerpoint/2010/main" val="1810356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10A88-F438-4699-947B-EFD4B6F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F531F-CC70-41DA-A6B0-6B0908DD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08 / AUTHENTICATION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B80DB-B6CC-4B72-8663-D445729E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認証では、登録済み公開鍵で署名を検証する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8EE76-819C-46B8-98FE-F7B2CCE9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98BC7-9C49-45BB-96D0-4B862BD6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EB873-2C3D-4A30-9D76-E1D29E2F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4805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24D48-CF21-408B-B508-565891FF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4805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EDB44-7BA6-4A1A-959B-AE194396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署名対象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4CDA2-1583-4D88-BD65-4E534164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952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DDB23-17AB-4BC7-8F41-929338A5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2571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authenticatorData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    ||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SHA-256(clientDataJSON)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2B18E-E1F6-4BAE-87A8-F77FF30E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challenge・Origin・RP ID hash・UP/UV・counterが、このデータへ結び付く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27537-BAE7-429A-BD9D-1A687DA2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0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20194-32D3-4458-B791-842A161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A4DE8-A1C6-4230-BFE5-E48E26E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19350"/>
            <a:ext cx="1390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FDCF1-CB6D-4ECF-BB4B-FB1B1B0D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端末外へ出さずに署名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40610-881E-439E-B001-C46D3941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76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signature を返す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DDF47-428F-4D9A-ABF0-6A41465A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90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9B70A-88A0-4421-979E-563B2141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C4F26-A721-4517-92A9-85A86B37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19350"/>
            <a:ext cx="1390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公開鍵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FE5E4-1513-487F-85B2-15DAFF47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386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verifyAuthenticationResponse()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BF121-7A72-43CC-9C62-2A94096F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910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検証成功 → newCounterを保存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DE347-7543-4A1B-B58A-AB3EAB5F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4762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A76DD-F163-4FB9-85AB-32AD1E0E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534025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秘密鍵で署名し、公開鍵でのみ正当性を確認</a:t>
            </a:r>
          </a:p>
        </p:txBody>
      </p:sp>
    </p:spTree>
    <p:extLst>
      <p:ext uri="{BB962C8B-B14F-4D97-AF65-F5344CB8AC3E}">
        <p14:creationId xmlns:p14="http://schemas.microsoft.com/office/powerpoint/2010/main" val="18919824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85F1FB-77D2-414F-B768-4177891A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73AB0-C94D-4E21-9CC3-27B44227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09 / CHALLENGE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0C3B7-5570-4AAE-A26F-D0397117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challengeは、有効期限付きで発行し、成功時に一度だけ消費する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9E352-555D-41E2-8D08-985AF322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655E8-9071-40FD-B76A-18571C40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DC3DB-0AF2-43E5-A5AC-20A15653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3847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60BF0-48D4-41CB-AD70-5FCB387F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3847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E259C-1EDC-44D6-89E3-740F5E49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3847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ED691-20C9-4D69-9C6F-F0BCFF20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BDA0E-B53D-4035-822A-B1BA21E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99803-7A09-41AA-8BB9-6B7AA343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発行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99320-7353-43BE-BFAF-82DEF6A0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crypto.randomBytes(32)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用途を登録/認証で分離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EC531-277F-4B6F-A70E-3CCF3816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11CAD-0540-43D5-AEBB-5190B304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EEBD7-7BC7-4A59-8047-07F43187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52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5CE20-23CB-443A-A976-2D60F7E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challengeを主キーに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TTL・処理IDを保持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C681F-0136-4C8A-8112-9F592BB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B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0C856-B6D3-4BD4-9A25-D1D89695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2290F-D834-4745-B866-9BFA6214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52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rPr>
              <a:t>検証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9E404-7C34-43AC-B3AF-C0424A97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481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一致・期限・Origin・RP ID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署名/アテステーション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4A799-CDD8-4935-97AF-107E3682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400D8-9B68-45E7-87A5-1FF3D357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A6719-E6ED-4B9C-9A02-90D74DF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消費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40590-37A4-4CF9-9738-15F168DC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検証成功後に削除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削除件数 = 1を確認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9CFCB-8252-43AC-8661-DE38A23F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9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7B85A6-C275-43AB-97C0-547B28F9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防ぐべき失敗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CA9605-467A-4FBF-A17E-A29EF9A9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872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期限切れを受理する  /  同じchallengeを再利用できる  /  登録用challengeを認証に使える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9CEAF4-8E2B-4782-8350-BD16F989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81650"/>
            <a:ext cx="872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ユーザー未確定の認証では、usernameではなくchallenge・session・処理IDを消費条件にする。</a:t>
            </a:r>
          </a:p>
        </p:txBody>
      </p:sp>
    </p:spTree>
    <p:extLst>
      <p:ext uri="{BB962C8B-B14F-4D97-AF65-F5344CB8AC3E}">
        <p14:creationId xmlns:p14="http://schemas.microsoft.com/office/powerpoint/2010/main" val="18615610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4AEB6-5158-49B9-BC7B-244CA32B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4313B-1D06-45CF-8844-856D2522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10 / PERSISTENCE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85F33-2401-47F5-BCE3-DC5B1E4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保存するのは、検証を次回につなぐための状態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D5DBA-8C48-456E-9642-0985359B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DF197-5A3C-4BD4-AC24-B23FC08B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41A8C-BC32-40E9-9D7B-5D38EDB4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202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65FC8-371C-486C-A7BC-36AE1E2D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333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90EA5-0D1F-45BD-AB27-9AFC9911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2952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challenge   String   @id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expiredAt  DateTime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purpose   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sessionId  String?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3B408-2BBA-4578-8FF4-41A7DBDA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一時データ。検証成功後に削除する。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930ED-66AB-4808-86C5-E3CBCE26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B1CF8-6922-4F84-AD2F-5579A50D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954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2025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Passkey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E3BA8-B2A7-4D9C-8E26-0D37A798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33337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F6FF2-8F48-46D1-92C0-357DE108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52675"/>
            <a:ext cx="29527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credentialId  String   @id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userId        String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publicKey     Bytes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counter       BigInt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transports    String[]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deviceType    String?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backedUp      Boolean?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lastUsedAt    DateTime?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D495A-D60F-4724-8E00-052D0FF2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永続データ。公開鍵とアカウントの対応を保持する。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ACD40-6698-4D80-936D-76D1C695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9545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094E6-3CD1-4588-AEC7-31AC02E8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特に重要な3項目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9AB83-75C5-42A5-8D8F-56E0A0D5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Credential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BD0B6-B8B4-4ADD-9DBE-2E8EB418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認証に使われたレコードを検索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904F6-7AC5-4100-AC4C-124AF57D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Public 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43EBB-0CE8-480E-A247-D8F03A6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秘密鍵が作った署名を検証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FB7F4-BDBE-436F-818B-BAFEB47D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67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E3B341"/>
                </a:solidFill>
                <a:latin typeface="Hiragino Sans"/>
                <a:ea typeface="Hiragino Sans"/>
                <a:cs typeface="Hiragino Sans"/>
              </a:rPr>
              <a:t>Counter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3B23C-B076-4F45-96A4-C543E7B1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9105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複製兆候の補助情報。</a:t>
            </a:r>
          </a:p>
          <a:p xmlns:a="http://schemas.openxmlformats.org/drawingml/2006/main">
            <a:pPr algn="l">
              <a:def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常に増えるとは限らない</a:t>
            </a:r>
          </a:p>
        </p:txBody>
      </p:sp>
    </p:spTree>
    <p:extLst>
      <p:ext uri="{BB962C8B-B14F-4D97-AF65-F5344CB8AC3E}">
        <p14:creationId xmlns:p14="http://schemas.microsoft.com/office/powerpoint/2010/main" val="541102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38E0B1-D42A-4553-A68B-49FFE6E1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99317-A3EF-4198-B9CD-590B49F7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11 / LIBRARY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4253D-3A5B-42D5-A842-17BF56BD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クライアントは選べるが、サーバー検証はライブラリへ委ねる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DDAB2-DBA5-42B5-BDE3-4EC0FDE0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8D4AA-2089-4CD7-BB43-3F5DF305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711DF-9B79-40F8-976C-E5C2E69D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65072-26F3-4E67-A951-5543FAD2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809C8-CB86-4EED-BC4A-E14B079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WebAuthn APIを直接利用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F04E6-6366-45E3-BBC8-8297159A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D0F5F-A4E6-4D71-9661-702D1F71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CF738-94F0-4963-A78E-20C0A9C9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105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型とバイナリ変換を理解しやすい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4E70D-974B-4842-94F1-7E7B7776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2F8FB-7BF3-4EE7-BD39-E23BF17F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33B70-054B-4B37-8C6D-73B8E1D5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105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ブラウザ差異とJSON化を自前で処理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5FA45-800C-4C15-B8D8-5C939EBF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65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@simplewebauthn/browser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03F58-5577-46FA-9F03-79C483EC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4D234-92F5-47F8-8CB5-79145B50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813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886B5-74D1-4970-8035-7519C464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3105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Base64URL変換とJSON化を任せられる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A8FAE-D573-4732-AF3B-66F99D6B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1A367-DA79-4251-B90F-1F381676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528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57C7F-6535-49A3-9190-2DF794E9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67100"/>
            <a:ext cx="3105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Conditional UI・対応判定・エラー処理を導入しやすい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EFC66-7104-40CA-A705-8DC22CA2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学習・検証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C845C-4BFC-4676-A877-738AB266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57675"/>
            <a:ext cx="1905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66031-538F-450B-9699-538ACC71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実運用・保守性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02BE2-8B0E-43B1-80B5-F15F86A0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3219450" cy="40576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6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4F866-CC4E-447F-8669-C8AD67A4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SERVER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6FE09D-C893-4F70-83A9-F24F97F0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@simplewebauthn/server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33A0EF-1C0F-4A8A-A2BB-A616845E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独自実装しない領域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2596EC-114D-4903-B4AF-E4B860F7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5EBC3E-4BFE-4CBF-9EEB-884E75D3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04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3EDCDE-0BBF-420C-876A-B12495D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1470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CBOR / COSE解析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D13C82-8C1D-4BF8-A5E9-2F28A79D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B20D0D-4F1B-40ED-AB48-97953E57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3857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C5A116-7FCC-4719-B70D-6C6003C2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5285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Origin・RP ID hash検証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5C270A-ED44-400F-A138-D7098948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AF4BB1-E2F7-43E5-9691-A7E56318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767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82DE7A-C2F5-4932-A7E1-3C372F98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9100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UP・UV・アテステーション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52F68E-0AF2-4AB1-80E6-51A87F82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95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F2B0A1-4F32-4653-BEE2-7E1E501F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1487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907085-4282-45F2-9272-285B17D7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2915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公開鍵による署名検証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1315BC-A1B3-4724-9ABC-A1734ACB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33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0F06BB-43AF-4C72-9AF1-5BE53B4D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53025"/>
            <a:ext cx="952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CD6C90-6277-4800-B4D3-ADA6B0E2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6730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counter検証</a:t>
            </a:r>
          </a:p>
        </p:txBody>
      </p:sp>
    </p:spTree>
    <p:extLst>
      <p:ext uri="{BB962C8B-B14F-4D97-AF65-F5344CB8AC3E}">
        <p14:creationId xmlns:p14="http://schemas.microsoft.com/office/powerpoint/2010/main" val="15365487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F8F6A6-6288-45D2-8AD8-A787F7CE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C2F8B-D74F-4DDA-8040-047BFFE6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12 / PRODUCTION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0B721-2E72-45F4-9387-65E4F4CF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実装の完成条件は、API呼び出しより検証設計にある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22A92-033B-4626-848A-89032DD4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C94A0-71AB-45B4-90F3-EFCFA029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32403-515F-411D-8BA1-F5FA5D71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2F1DF-5167-4E88-A103-4338A188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E942A-F9F0-4300-B7D1-D2D0458A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challengeをサーバーで安全に生成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800AC-5462-4DE2-8751-FD05FB0A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57968-453D-48F2-ADE9-558D18AE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10DE3-92B0-4728-9BE0-02199384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有効期限を設け、成功時に一度だけ消費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9FC65-42E8-41E6-AEA1-1DF674FD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336AE-227C-495B-AD44-FC71FD2D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1F15A-7055-449F-914B-B5CD2D50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登録用と認証用の用途を分離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F061B-891C-4EBE-A10E-EA0A6C78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C6B12-8FCD-4D85-B2A3-D2E4B68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53046-E2F4-4A3D-8DBC-DBB1C9A4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expectedOriginはスキーム・ポートを含める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0B617-9211-4DD2-B8B6-EF8FFC86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34C84-5D2E-41DC-B2F3-3C625ACC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C068E-9BFF-4470-B1D9-2A0240BB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expectedRPIDはドメインのみを指定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C0A48-9CBD-4DA5-B1C3-7E791129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3AF8C-8A42-4F71-8EEC-ECED684C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1E3C07-8D88-4A14-9BF1-A2BB743E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335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user.idは変更されない不透明IDにする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E2CB1-72E8-4B8C-A019-9D99FF51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04873B-493F-4B62-87A8-A7BF1515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21875E-8959-437E-BC87-A7F2A9FC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Credential IDからユーザーと公開鍵を特定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49738-B00E-4A24-AA3A-EF70CD09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406383-C715-4C5F-842B-F543ED15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02F1F-27E1-47CB-A164-B322BECF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検証成功後にcounterを更新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42D30C-3A49-41F3-8EE4-09858539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74D282-6200-48DF-AE3F-F1D8FC3E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3C0F46-4F1B-4AAC-9BDD-696ABB8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検証前にログイン済みセッションを発行しない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FACC0-D265-41C5-9911-ED755704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7559DD-52C3-4DA9-93A5-46044DB5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00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9940D0-687C-4294-B236-641AAD2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本番環境はHTTPSを使用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928642-A43C-4438-9846-193623F7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C4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16746E-864D-426E-96B9-E7DF2EB1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rPr>
              <a:t>要点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641F6F-C05A-4E0F-876F-D6D68933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クライアントは変換とAPI呼び出し。サーバーはchallenge・Origin・RP ID・署名を検証。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B71415-A364-4CC4-9B44-8D7AD372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388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1E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D5E1E0"/>
                </a:solidFill>
                <a:latin typeface="Hiragino Sans"/>
                <a:ea typeface="Hiragino Sans"/>
                <a:cs typeface="Hiragino Sans"/>
              </a:rPr>
              <a:t>この境界を守れば、直接実装でもライブラリ導入でも、設計の軸は変わらない。</a:t>
            </a:r>
          </a:p>
        </p:txBody>
      </p:sp>
    </p:spTree>
    <p:extLst>
      <p:ext uri="{BB962C8B-B14F-4D97-AF65-F5344CB8AC3E}">
        <p14:creationId xmlns:p14="http://schemas.microsoft.com/office/powerpoint/2010/main" val="1629339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2026-08-06T13:34:19.5860000Z</dcterms:created>
  <dcterms:modified xsi:type="dcterms:W3CDTF">2026-08-06T13:34:19.5860000Z</dcterms:modified>
</coreProperties>
</file>