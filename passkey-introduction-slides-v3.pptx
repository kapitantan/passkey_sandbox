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6d37f9e5fa4641" /><Relationship Type="http://schemas.openxmlformats.org/officeDocument/2006/relationships/extended-properties" Target="/docProps/app.xml" Id="R78975c53128e49f6" /><Relationship Type="http://schemas.openxmlformats.org/officeDocument/2006/relationships/officeDocument" Target="/ppt/presentation.xml" Id="R389c3af441bd48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1fc258bd124e76"/>
  </p:sldMasterIdLst>
  <p:notesMasterIdLst>
    <p:notesMasterId xmlns:r="http://schemas.openxmlformats.org/officeDocument/2006/relationships" r:id="R9ce8c8647e154920"/>
  </p:notesMasterIdLst>
  <p:sldIdLst>
    <p:sldId xmlns:r="http://schemas.openxmlformats.org/officeDocument/2006/relationships" id="256" r:id="R2aae981f80514a8d"/>
    <p:sldId xmlns:r="http://schemas.openxmlformats.org/officeDocument/2006/relationships" id="257" r:id="R2163eb34b6124244"/>
    <p:sldId xmlns:r="http://schemas.openxmlformats.org/officeDocument/2006/relationships" id="258" r:id="Rf07b54087ebd4c13"/>
    <p:sldId xmlns:r="http://schemas.openxmlformats.org/officeDocument/2006/relationships" id="259" r:id="R23af2e11616049f3"/>
    <p:sldId xmlns:r="http://schemas.openxmlformats.org/officeDocument/2006/relationships" id="260" r:id="R073176e6eac648b0"/>
    <p:sldId xmlns:r="http://schemas.openxmlformats.org/officeDocument/2006/relationships" id="261" r:id="Rc707fa262f134486"/>
    <p:sldId xmlns:r="http://schemas.openxmlformats.org/officeDocument/2006/relationships" id="262" r:id="R11a161586e2a4920"/>
    <p:sldId xmlns:r="http://schemas.openxmlformats.org/officeDocument/2006/relationships" id="263" r:id="R46875de7ef3547bc"/>
    <p:sldId xmlns:r="http://schemas.openxmlformats.org/officeDocument/2006/relationships" id="264" r:id="R6a2f33092e8f4567"/>
    <p:sldId xmlns:r="http://schemas.openxmlformats.org/officeDocument/2006/relationships" id="265" r:id="Rdacc3ffdd4f9451c"/>
    <p:sldId xmlns:r="http://schemas.openxmlformats.org/officeDocument/2006/relationships" id="266" r:id="Rf5d13a692abe4b0f"/>
    <p:sldId xmlns:r="http://schemas.openxmlformats.org/officeDocument/2006/relationships" id="267" r:id="R0e09fe216237439d"/>
    <p:sldId xmlns:r="http://schemas.openxmlformats.org/officeDocument/2006/relationships" id="268" r:id="Re2163379a08940d2"/>
    <p:sldId xmlns:r="http://schemas.openxmlformats.org/officeDocument/2006/relationships" id="269" r:id="Re5936bf7106944b6"/>
    <p:sldId xmlns:r="http://schemas.openxmlformats.org/officeDocument/2006/relationships" id="270" r:id="Re4c6e016a5604536"/>
    <p:sldId xmlns:r="http://schemas.openxmlformats.org/officeDocument/2006/relationships" id="271" r:id="R81c2e5c909044d6f"/>
    <p:sldId xmlns:r="http://schemas.openxmlformats.org/officeDocument/2006/relationships" id="272" r:id="Rd6bc0a7dc1cc4da0"/>
    <p:sldId xmlns:r="http://schemas.openxmlformats.org/officeDocument/2006/relationships" id="273" r:id="R0c22d80ec63e4131"/>
    <p:sldId xmlns:r="http://schemas.openxmlformats.org/officeDocument/2006/relationships" id="274" r:id="Re6cfa81bd0cd4116"/>
    <p:sldId xmlns:r="http://schemas.openxmlformats.org/officeDocument/2006/relationships" id="275" r:id="R1d20d016ca244839"/>
    <p:sldId xmlns:r="http://schemas.openxmlformats.org/officeDocument/2006/relationships" id="276" r:id="R34a11600b9b24e55"/>
    <p:sldId xmlns:r="http://schemas.openxmlformats.org/officeDocument/2006/relationships" id="277" r:id="R6d07a637642f4b63"/>
    <p:sldId xmlns:r="http://schemas.openxmlformats.org/officeDocument/2006/relationships" id="278" r:id="R054b28c066ea4620"/>
    <p:sldId xmlns:r="http://schemas.openxmlformats.org/officeDocument/2006/relationships" id="279" r:id="R65604c045c724274"/>
    <p:sldId xmlns:r="http://schemas.openxmlformats.org/officeDocument/2006/relationships" id="280" r:id="R07915e02a5f04837"/>
    <p:sldId xmlns:r="http://schemas.openxmlformats.org/officeDocument/2006/relationships" id="281" r:id="R24b47dab386348d1"/>
    <p:sldId xmlns:r="http://schemas.openxmlformats.org/officeDocument/2006/relationships" id="282" r:id="Rdd22f15069f9470b"/>
    <p:sldId xmlns:r="http://schemas.openxmlformats.org/officeDocument/2006/relationships" id="283" r:id="Rf489c086cfc944ca"/>
    <p:sldId xmlns:r="http://schemas.openxmlformats.org/officeDocument/2006/relationships" id="284" r:id="Rb5d818963bbc41ac"/>
    <p:sldId xmlns:r="http://schemas.openxmlformats.org/officeDocument/2006/relationships" id="285" r:id="R4a30bc61506e46e9"/>
    <p:sldId xmlns:r="http://schemas.openxmlformats.org/officeDocument/2006/relationships" id="286" r:id="R3fe1c3506ea64268"/>
    <p:sldId xmlns:r="http://schemas.openxmlformats.org/officeDocument/2006/relationships" id="287" r:id="R5631359a8ff543da"/>
    <p:sldId xmlns:r="http://schemas.openxmlformats.org/officeDocument/2006/relationships" id="288" r:id="R02d5ce3270704481"/>
    <p:sldId xmlns:r="http://schemas.openxmlformats.org/officeDocument/2006/relationships" id="289" r:id="R8e5e3cd8664745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c0a873ddbd4e1a" /><Relationship Type="http://schemas.openxmlformats.org/officeDocument/2006/relationships/slideMaster" Target="/ppt/slideMasters/slideMaster1.xml" Id="R681fc258bd124e76" /><Relationship Type="http://schemas.openxmlformats.org/officeDocument/2006/relationships/notesMaster" Target="/ppt/notesMasters/notesMaster1.xml" Id="R9ce8c8647e154920" /><Relationship Type="http://schemas.openxmlformats.org/officeDocument/2006/relationships/presProps" Target="/ppt/presProps.xml" Id="R8dbaab9905e1418a" /><Relationship Type="http://schemas.openxmlformats.org/officeDocument/2006/relationships/tableStyles" Target="/ppt/tableStyles.xml" Id="Ra5a795e8f40240d6" /><Relationship Type="http://schemas.openxmlformats.org/officeDocument/2006/relationships/slide" Target="/ppt/slides/slide1.xml" Id="R2aae981f80514a8d" /><Relationship Type="http://schemas.openxmlformats.org/officeDocument/2006/relationships/slide" Target="/ppt/slides/slide2.xml" Id="R2163eb34b6124244" /><Relationship Type="http://schemas.openxmlformats.org/officeDocument/2006/relationships/slide" Target="/ppt/slides/slide3.xml" Id="Rf07b54087ebd4c13" /><Relationship Type="http://schemas.openxmlformats.org/officeDocument/2006/relationships/slide" Target="/ppt/slides/slide4.xml" Id="R23af2e11616049f3" /><Relationship Type="http://schemas.openxmlformats.org/officeDocument/2006/relationships/slide" Target="/ppt/slides/slide5.xml" Id="R073176e6eac648b0" /><Relationship Type="http://schemas.openxmlformats.org/officeDocument/2006/relationships/slide" Target="/ppt/slides/slide6.xml" Id="Rc707fa262f134486" /><Relationship Type="http://schemas.openxmlformats.org/officeDocument/2006/relationships/slide" Target="/ppt/slides/slide7.xml" Id="R11a161586e2a4920" /><Relationship Type="http://schemas.openxmlformats.org/officeDocument/2006/relationships/slide" Target="/ppt/slides/slide8.xml" Id="R46875de7ef3547bc" /><Relationship Type="http://schemas.openxmlformats.org/officeDocument/2006/relationships/slide" Target="/ppt/slides/slide9.xml" Id="R6a2f33092e8f4567" /><Relationship Type="http://schemas.openxmlformats.org/officeDocument/2006/relationships/slide" Target="/ppt/slides/slide10.xml" Id="Rdacc3ffdd4f9451c" /><Relationship Type="http://schemas.openxmlformats.org/officeDocument/2006/relationships/slide" Target="/ppt/slides/slide11.xml" Id="Rf5d13a692abe4b0f" /><Relationship Type="http://schemas.openxmlformats.org/officeDocument/2006/relationships/slide" Target="/ppt/slides/slide12.xml" Id="R0e09fe216237439d" /><Relationship Type="http://schemas.openxmlformats.org/officeDocument/2006/relationships/slide" Target="/ppt/slides/slide13.xml" Id="Re2163379a08940d2" /><Relationship Type="http://schemas.openxmlformats.org/officeDocument/2006/relationships/slide" Target="/ppt/slides/slide14.xml" Id="Re5936bf7106944b6" /><Relationship Type="http://schemas.openxmlformats.org/officeDocument/2006/relationships/slide" Target="/ppt/slides/slide15.xml" Id="Re4c6e016a5604536" /><Relationship Type="http://schemas.openxmlformats.org/officeDocument/2006/relationships/slide" Target="/ppt/slides/slide16.xml" Id="R81c2e5c909044d6f" /><Relationship Type="http://schemas.openxmlformats.org/officeDocument/2006/relationships/slide" Target="/ppt/slides/slide17.xml" Id="Rd6bc0a7dc1cc4da0" /><Relationship Type="http://schemas.openxmlformats.org/officeDocument/2006/relationships/slide" Target="/ppt/slides/slide18.xml" Id="R0c22d80ec63e4131" /><Relationship Type="http://schemas.openxmlformats.org/officeDocument/2006/relationships/slide" Target="/ppt/slides/slide19.xml" Id="Re6cfa81bd0cd4116" /><Relationship Type="http://schemas.openxmlformats.org/officeDocument/2006/relationships/slide" Target="/ppt/slides/slide20.xml" Id="R1d20d016ca244839" /><Relationship Type="http://schemas.openxmlformats.org/officeDocument/2006/relationships/slide" Target="/ppt/slides/slide21.xml" Id="R34a11600b9b24e55" /><Relationship Type="http://schemas.openxmlformats.org/officeDocument/2006/relationships/slide" Target="/ppt/slides/slide22.xml" Id="R6d07a637642f4b63" /><Relationship Type="http://schemas.openxmlformats.org/officeDocument/2006/relationships/slide" Target="/ppt/slides/slide23.xml" Id="R054b28c066ea4620" /><Relationship Type="http://schemas.openxmlformats.org/officeDocument/2006/relationships/slide" Target="/ppt/slides/slide24.xml" Id="R65604c045c724274" /><Relationship Type="http://schemas.openxmlformats.org/officeDocument/2006/relationships/slide" Target="/ppt/slides/slide25.xml" Id="R07915e02a5f04837" /><Relationship Type="http://schemas.openxmlformats.org/officeDocument/2006/relationships/slide" Target="/ppt/slides/slide26.xml" Id="R24b47dab386348d1" /><Relationship Type="http://schemas.openxmlformats.org/officeDocument/2006/relationships/slide" Target="/ppt/slides/slide27.xml" Id="Rdd22f15069f9470b" /><Relationship Type="http://schemas.openxmlformats.org/officeDocument/2006/relationships/slide" Target="/ppt/slides/slide28.xml" Id="Rf489c086cfc944ca" /><Relationship Type="http://schemas.openxmlformats.org/officeDocument/2006/relationships/slide" Target="/ppt/slides/slide29.xml" Id="Rb5d818963bbc41ac" /><Relationship Type="http://schemas.openxmlformats.org/officeDocument/2006/relationships/slide" Target="/ppt/slides/slide30.xml" Id="R4a30bc61506e46e9" /><Relationship Type="http://schemas.openxmlformats.org/officeDocument/2006/relationships/slide" Target="/ppt/slides/slide31.xml" Id="R3fe1c3506ea64268" /><Relationship Type="http://schemas.openxmlformats.org/officeDocument/2006/relationships/slide" Target="/ppt/slides/slide32.xml" Id="R5631359a8ff543da" /><Relationship Type="http://schemas.openxmlformats.org/officeDocument/2006/relationships/slide" Target="/ppt/slides/slide33.xml" Id="R02d5ce3270704481" /><Relationship Type="http://schemas.openxmlformats.org/officeDocument/2006/relationships/slide" Target="/ppt/slides/slide34.xml" Id="R8e5e3cd8664745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7c08c7068844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9254f0e3534bcb" /><Relationship Type="http://schemas.openxmlformats.org/officeDocument/2006/relationships/notesMaster" Target="/ppt/notesMasters/notesMaster1.xml" Id="R09da2c09519c42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d808375be1498e" /><Relationship Type="http://schemas.openxmlformats.org/officeDocument/2006/relationships/notesMaster" Target="/ppt/notesMasters/notesMaster1.xml" Id="R83417cec264c42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7b260a7af94ee4" /><Relationship Type="http://schemas.openxmlformats.org/officeDocument/2006/relationships/notesMaster" Target="/ppt/notesMasters/notesMaster1.xml" Id="R5b318ef2019f49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00dcdaa69d4e88" /><Relationship Type="http://schemas.openxmlformats.org/officeDocument/2006/relationships/notesMaster" Target="/ppt/notesMasters/notesMaster1.xml" Id="Rb41c8c6f02d049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1c670ca6ef4093" /><Relationship Type="http://schemas.openxmlformats.org/officeDocument/2006/relationships/notesMaster" Target="/ppt/notesMasters/notesMaster1.xml" Id="R87563523a1b54e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ae2ecd3ac84fa1" /><Relationship Type="http://schemas.openxmlformats.org/officeDocument/2006/relationships/notesMaster" Target="/ppt/notesMasters/notesMaster1.xml" Id="R706f2f1df7ae41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3f3562195d4330" /><Relationship Type="http://schemas.openxmlformats.org/officeDocument/2006/relationships/notesMaster" Target="/ppt/notesMasters/notesMaster1.xml" Id="R1a1e6a4875d547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7c238fe9564fce" /><Relationship Type="http://schemas.openxmlformats.org/officeDocument/2006/relationships/notesMaster" Target="/ppt/notesMasters/notesMaster1.xml" Id="Rbe9d037972f64e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e4ca5eaf7745ee" /><Relationship Type="http://schemas.openxmlformats.org/officeDocument/2006/relationships/notesMaster" Target="/ppt/notesMasters/notesMaster1.xml" Id="Rc7b06c4e2ae248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4a7ee7a48f4594" /><Relationship Type="http://schemas.openxmlformats.org/officeDocument/2006/relationships/notesMaster" Target="/ppt/notesMasters/notesMaster1.xml" Id="Rf245d84dc8fd4fe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8f3e0c6a2945b9" /><Relationship Type="http://schemas.openxmlformats.org/officeDocument/2006/relationships/notesMaster" Target="/ppt/notesMasters/notesMaster1.xml" Id="Re6e3882147d743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7a3a79ca9843db" /><Relationship Type="http://schemas.openxmlformats.org/officeDocument/2006/relationships/notesMaster" Target="/ppt/notesMasters/notesMaster1.xml" Id="Rc799fd5feb7443a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a4e9f1d15a4b68" /><Relationship Type="http://schemas.openxmlformats.org/officeDocument/2006/relationships/notesMaster" Target="/ppt/notesMasters/notesMaster1.xml" Id="R734e9f7460d3456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f8f03a2818444d9" /><Relationship Type="http://schemas.openxmlformats.org/officeDocument/2006/relationships/notesMaster" Target="/ppt/notesMasters/notesMaster1.xml" Id="Rd2944e29e90e40c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0e68629628f4c1c" /><Relationship Type="http://schemas.openxmlformats.org/officeDocument/2006/relationships/notesMaster" Target="/ppt/notesMasters/notesMaster1.xml" Id="R30bd23ecd8bc413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bd4344234f24bd2" /><Relationship Type="http://schemas.openxmlformats.org/officeDocument/2006/relationships/notesMaster" Target="/ppt/notesMasters/notesMaster1.xml" Id="R4f2c4fe68c95427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1976e06cf0f4b17" /><Relationship Type="http://schemas.openxmlformats.org/officeDocument/2006/relationships/notesMaster" Target="/ppt/notesMasters/notesMaster1.xml" Id="R5614bc5220304cc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b067ae2b1954eac" /><Relationship Type="http://schemas.openxmlformats.org/officeDocument/2006/relationships/notesMaster" Target="/ppt/notesMasters/notesMaster1.xml" Id="R3ae9916c405b48b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dd39eaa3db84b19" /><Relationship Type="http://schemas.openxmlformats.org/officeDocument/2006/relationships/notesMaster" Target="/ppt/notesMasters/notesMaster1.xml" Id="Ra4fd681936d94ac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fa6749069494824" /><Relationship Type="http://schemas.openxmlformats.org/officeDocument/2006/relationships/notesMaster" Target="/ppt/notesMasters/notesMaster1.xml" Id="R9b190b2bd2c5457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0c7750e06bb45de" /><Relationship Type="http://schemas.openxmlformats.org/officeDocument/2006/relationships/notesMaster" Target="/ppt/notesMasters/notesMaster1.xml" Id="R712a5f62f076420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67d60157595469e" /><Relationship Type="http://schemas.openxmlformats.org/officeDocument/2006/relationships/notesMaster" Target="/ppt/notesMasters/notesMaster1.xml" Id="Rdf74669a9a1e4ef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8e9333b79d24717" /><Relationship Type="http://schemas.openxmlformats.org/officeDocument/2006/relationships/notesMaster" Target="/ppt/notesMasters/notesMaster1.xml" Id="R6374c3257196425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afd7d3f7bb04e45" /><Relationship Type="http://schemas.openxmlformats.org/officeDocument/2006/relationships/notesMaster" Target="/ppt/notesMasters/notesMaster1.xml" Id="Rd834aa25cd5a403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cdb8ca549fb45d7" /><Relationship Type="http://schemas.openxmlformats.org/officeDocument/2006/relationships/notesMaster" Target="/ppt/notesMasters/notesMaster1.xml" Id="R7e00785bd6ff455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897c176159b489e" /><Relationship Type="http://schemas.openxmlformats.org/officeDocument/2006/relationships/notesMaster" Target="/ppt/notesMasters/notesMaster1.xml" Id="R105fed3c45f1486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0beee10e49e41f4" /><Relationship Type="http://schemas.openxmlformats.org/officeDocument/2006/relationships/notesMaster" Target="/ppt/notesMasters/notesMaster1.xml" Id="R301506355bdd4fc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0ccbffb1bfa4704" /><Relationship Type="http://schemas.openxmlformats.org/officeDocument/2006/relationships/notesMaster" Target="/ppt/notesMasters/notesMaster1.xml" Id="R9a6143814b81401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54d83f23b5248ca" /><Relationship Type="http://schemas.openxmlformats.org/officeDocument/2006/relationships/notesMaster" Target="/ppt/notesMasters/notesMaster1.xml" Id="Rc164e593dde640a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4a94ff754b54486" /><Relationship Type="http://schemas.openxmlformats.org/officeDocument/2006/relationships/notesMaster" Target="/ppt/notesMasters/notesMaster1.xml" Id="R0335bb371040419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09f94c70eb2448c" /><Relationship Type="http://schemas.openxmlformats.org/officeDocument/2006/relationships/notesMaster" Target="/ppt/notesMasters/notesMaster1.xml" Id="R973e03f2c051486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a5241c6589e4569" /><Relationship Type="http://schemas.openxmlformats.org/officeDocument/2006/relationships/notesMaster" Target="/ppt/notesMasters/notesMaster1.xml" Id="R2631c48de189450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3a207a81ea546bb" /><Relationship Type="http://schemas.openxmlformats.org/officeDocument/2006/relationships/notesMaster" Target="/ppt/notesMasters/notesMaster1.xml" Id="Rc9623fe7217549a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e72030150a94eef" /><Relationship Type="http://schemas.openxmlformats.org/officeDocument/2006/relationships/notesMaster" Target="/ppt/notesMasters/notesMaster1.xml" Id="R84355c3165344e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https://fidoalliance.org/passkeys/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https://simplewebauthn.dev/docs/packages/browser/</a:t>
            </a:r>
          </a:p>
          <a:p xmlns:a="http://schemas.openxmlformats.org/drawingml/2006/main">
            <a:r>
              <a:t>- https://simplewebauthn.dev/docs/packages/server/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https://fidoalliance.org/passkeys/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https://fidoalliance.org/passkeys/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https://fidoalliance.org/passkeys/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https://fidoalliance.org/passkeys/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https://fidoalliance.org/specifications/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https://fidoalliance.org/specifications/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https://fidoalliance.org/specifications/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https://simplewebauthn.dev/docs/packages/browser/</a:t>
            </a:r>
          </a:p>
          <a:p xmlns:a="http://schemas.openxmlformats.org/drawingml/2006/main">
            <a:r>
              <a:t>- https://simplewebauthn.dev/docs/packages/server/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https://simplewebauthn.dev/docs/packages/browser/</a:t>
            </a:r>
          </a:p>
          <a:p xmlns:a="http://schemas.openxmlformats.org/drawingml/2006/main">
            <a:r>
              <a:t>- https://simplewebauthn.dev/docs/packages/server/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https://simplewebauthn.dev/docs/packages/browser/</a:t>
            </a:r>
          </a:p>
          <a:p xmlns:a="http://schemas.openxmlformats.org/drawingml/2006/main">
            <a:r>
              <a:t>- https://simplewebauthn.dev/docs/packages/server/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https://simplewebauthn.dev/docs/packages/browser/</a:t>
            </a:r>
          </a:p>
          <a:p xmlns:a="http://schemas.openxmlformats.org/drawingml/2006/main">
            <a:r>
              <a:t>- https://simplewebauthn.dev/docs/packages/server/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https://simplewebauthn.dev/docs/packages/browser/</a:t>
            </a:r>
          </a:p>
          <a:p xmlns:a="http://schemas.openxmlformats.org/drawingml/2006/main">
            <a:r>
              <a:t>- https://simplewebauthn.dev/docs/packages/server/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https://simplewebauthn.dev/docs/packages/browser/</a:t>
            </a:r>
          </a:p>
          <a:p xmlns:a="http://schemas.openxmlformats.org/drawingml/2006/main">
            <a:r>
              <a:t>- https://simplewebauthn.dev/docs/packages/server/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https://simplewebauthn.dev/docs/packages/browser/</a:t>
            </a:r>
          </a:p>
          <a:p xmlns:a="http://schemas.openxmlformats.org/drawingml/2006/main">
            <a:r>
              <a:t>- https://simplewebauthn.dev/docs/packages/server/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https://simplewebauthn.dev/docs/packages/browser/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https://simplewebauthn.dev/docs/packages/browser/</a:t>
            </a:r>
          </a:p>
          <a:p xmlns:a="http://schemas.openxmlformats.org/drawingml/2006/main">
            <a:r>
              <a:t>- https://simplewebauthn.dev/docs/packages/server/</a:t>
            </a:r>
          </a:p>
          <a:p xmlns:a="http://schemas.openxmlformats.org/drawingml/2006/main">
            <a:r>
              <a:t>- https://simplewebauthn.dev/docs/advanced/passkeys/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https://simplewebauthn.dev/docs/packages/browser/</a:t>
            </a:r>
          </a:p>
          <a:p xmlns:a="http://schemas.openxmlformats.org/drawingml/2006/main">
            <a:r>
              <a:t>- https://simplewebauthn.dev/docs/packages/server/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https://simplewebauthn.dev/docs/packages/server/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https://simplewebauthn.dev/docs/packages/browser/</a:t>
            </a:r>
          </a:p>
          <a:p xmlns:a="http://schemas.openxmlformats.org/drawingml/2006/main">
            <a:r>
              <a:t>- https://simplewebauthn.dev/docs/packages/server/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https://simplewebauthn.dev/docs/packages/browser/</a:t>
            </a:r>
          </a:p>
          <a:p xmlns:a="http://schemas.openxmlformats.org/drawingml/2006/main">
            <a:r>
              <a:t>- https://simplewebauthn.dev/docs/packages/server/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https://simplewebauthn.dev/docs/packages/browser/</a:t>
            </a:r>
          </a:p>
          <a:p xmlns:a="http://schemas.openxmlformats.org/drawingml/2006/main">
            <a:r>
              <a:t>- https://simplewebauthn.dev/docs/packages/server/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https://simplewebauthn.dev/docs/packages/browser/</a:t>
            </a:r>
          </a:p>
          <a:p xmlns:a="http://schemas.openxmlformats.org/drawingml/2006/main">
            <a:r>
              <a:t>- https://simplewebauthn.dev/docs/packages/server/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https://simplewebauthn.dev/docs/packages/browser/</a:t>
            </a:r>
          </a:p>
          <a:p xmlns:a="http://schemas.openxmlformats.org/drawingml/2006/main">
            <a:r>
              <a:t>- https://simplewebauthn.dev/docs/packages/server/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https://simplewebauthn.dev/docs/packages/browser/</a:t>
            </a:r>
          </a:p>
          <a:p xmlns:a="http://schemas.openxmlformats.org/drawingml/2006/main">
            <a:r>
              <a:t>- https://simplewebauthn.dev/docs/packages/server/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https://simplewebauthn.dev/docs/packages/browser/</a:t>
            </a:r>
          </a:p>
          <a:p xmlns:a="http://schemas.openxmlformats.org/drawingml/2006/main">
            <a:r>
              <a:t>- https://simplewebauthn.dev/docs/packages/server/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https://simplewebauthn.dev/docs/packages/browser/</a:t>
            </a:r>
          </a:p>
          <a:p xmlns:a="http://schemas.openxmlformats.org/drawingml/2006/main">
            <a:r>
              <a:t>- https://simplewebauthn.dev/docs/packages/server/</a:t>
            </a:r>
          </a:p>
          <a:p xmlns:a="http://schemas.openxmlformats.org/drawingml/2006/main">
            <a:r>
              <a:t>- https://simplewebauthn.dev/docs/advanced/passkeys/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https://simplewebauthn.dev/docs/packages/browser/</a:t>
            </a:r>
          </a:p>
          <a:p xmlns:a="http://schemas.openxmlformats.org/drawingml/2006/main">
            <a:r>
              <a:t>- https://simplewebauthn.dev/docs/packages/server/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https://simplewebauthn.dev/docs/packages/server/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https://simplewebauthn.dev/docs/packages/browser/</a:t>
            </a:r>
          </a:p>
          <a:p xmlns:a="http://schemas.openxmlformats.org/drawingml/2006/main">
            <a:r>
              <a:t>- https://simplewebauthn.dev/docs/packages/server/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https://fidoalliance.org/passkeys/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https://fidoalliance.org/passkeys/</a:t>
            </a:r>
          </a:p>
          <a:p xmlns:a="http://schemas.openxmlformats.org/drawingml/2006/main">
            <a:r>
              <a:t>- https://fidoalliance.org/specifications/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https://developer.mozilla.org/ja/docs/Glossary/Relying_party</a:t>
            </a:r>
          </a:p>
          <a:p xmlns:a="http://schemas.openxmlformats.org/drawingml/2006/main">
            <a:r>
              <a:t>- https://simplewebauthn.dev/docs/packages/browser/</a:t>
            </a:r>
          </a:p>
          <a:p xmlns:a="http://schemas.openxmlformats.org/drawingml/2006/main">
            <a:r>
              <a:t>- https://simplewebauthn.dev/docs/packages/server/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d1df1b0e6f4d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62c305fe8944b9" /><Relationship Type="http://schemas.openxmlformats.org/officeDocument/2006/relationships/slideLayout" Target="/ppt/slideLayouts/slideLayout1.xml" Id="R179299c28c5b4c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9299c28c5b4c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523bd5f804568" /><Relationship Type="http://schemas.openxmlformats.org/officeDocument/2006/relationships/notesSlide" Target="/ppt/notesSlides/notesSlide1.xml" Id="R1fce74f7800441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093ed63384e83" /><Relationship Type="http://schemas.openxmlformats.org/officeDocument/2006/relationships/notesSlide" Target="/ppt/notesSlides/notesSlide2.xml" Id="R2593921f4e0a40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4bbd710c64d8d" /><Relationship Type="http://schemas.openxmlformats.org/officeDocument/2006/relationships/notesSlide" Target="/ppt/notesSlides/notesSlide3.xml" Id="Rb65c025fa76c43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6eff968694690" /><Relationship Type="http://schemas.openxmlformats.org/officeDocument/2006/relationships/notesSlide" Target="/ppt/notesSlides/notesSlide4.xml" Id="Ra90a1d9c18574f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c5f479d804631" /><Relationship Type="http://schemas.openxmlformats.org/officeDocument/2006/relationships/notesSlide" Target="/ppt/notesSlides/notesSlide5.xml" Id="Rcdb9741eb13b4c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8494c7c674c27" /><Relationship Type="http://schemas.openxmlformats.org/officeDocument/2006/relationships/notesSlide" Target="/ppt/notesSlides/notesSlide6.xml" Id="R356bbe97ae7844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3725dbbfa4f9c" /><Relationship Type="http://schemas.openxmlformats.org/officeDocument/2006/relationships/notesSlide" Target="/ppt/notesSlides/notesSlide7.xml" Id="Rc3f34eccc31042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faa7d8a814078" /><Relationship Type="http://schemas.openxmlformats.org/officeDocument/2006/relationships/notesSlide" Target="/ppt/notesSlides/notesSlide8.xml" Id="Rdcfda232e15f45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8d58045124a18" /><Relationship Type="http://schemas.openxmlformats.org/officeDocument/2006/relationships/notesSlide" Target="/ppt/notesSlides/notesSlide9.xml" Id="Rb4508c95b5154b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b3ef9836f429a" /><Relationship Type="http://schemas.openxmlformats.org/officeDocument/2006/relationships/notesSlide" Target="/ppt/notesSlides/notesSlide10.xml" Id="Rdcd08bfd3f9649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d80d796fe43a1" /><Relationship Type="http://schemas.openxmlformats.org/officeDocument/2006/relationships/notesSlide" Target="/ppt/notesSlides/notesSlide11.xml" Id="Ree26c3b768314e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4325a30c44592" /><Relationship Type="http://schemas.openxmlformats.org/officeDocument/2006/relationships/notesSlide" Target="/ppt/notesSlides/notesSlide12.xml" Id="Rbbb1c2f2eb5e425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496df413d4c36" /><Relationship Type="http://schemas.openxmlformats.org/officeDocument/2006/relationships/notesSlide" Target="/ppt/notesSlides/notesSlide13.xml" Id="R3ed6b6a15c7c43f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86396b42b463d" /><Relationship Type="http://schemas.openxmlformats.org/officeDocument/2006/relationships/notesSlide" Target="/ppt/notesSlides/notesSlide14.xml" Id="R1a564635983a452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6f59d161e4578" /><Relationship Type="http://schemas.openxmlformats.org/officeDocument/2006/relationships/notesSlide" Target="/ppt/notesSlides/notesSlide15.xml" Id="R7f563cf1a158463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586d066f64c72" /><Relationship Type="http://schemas.openxmlformats.org/officeDocument/2006/relationships/notesSlide" Target="/ppt/notesSlides/notesSlide16.xml" Id="R7cd2b7eb680245e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a09a495b84e6b" /><Relationship Type="http://schemas.openxmlformats.org/officeDocument/2006/relationships/notesSlide" Target="/ppt/notesSlides/notesSlide17.xml" Id="Rec18c35bbeee472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a0a7e804949c0" /><Relationship Type="http://schemas.openxmlformats.org/officeDocument/2006/relationships/notesSlide" Target="/ppt/notesSlides/notesSlide18.xml" Id="Rda6c27d5849b435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e715519e34efd" /><Relationship Type="http://schemas.openxmlformats.org/officeDocument/2006/relationships/notesSlide" Target="/ppt/notesSlides/notesSlide19.xml" Id="Refacc8ae518a4a0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062137cbc4b49" /><Relationship Type="http://schemas.openxmlformats.org/officeDocument/2006/relationships/notesSlide" Target="/ppt/notesSlides/notesSlide20.xml" Id="R94788c9571934f1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a4d124afd4874" /><Relationship Type="http://schemas.openxmlformats.org/officeDocument/2006/relationships/notesSlide" Target="/ppt/notesSlides/notesSlide21.xml" Id="Rafff45ef6619476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48a9719d44b38" /><Relationship Type="http://schemas.openxmlformats.org/officeDocument/2006/relationships/notesSlide" Target="/ppt/notesSlides/notesSlide22.xml" Id="R4743e25d5be14fc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82375b4164bc6" /><Relationship Type="http://schemas.openxmlformats.org/officeDocument/2006/relationships/notesSlide" Target="/ppt/notesSlides/notesSlide23.xml" Id="Rba2299c82ce848f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88f09979a4387" /><Relationship Type="http://schemas.openxmlformats.org/officeDocument/2006/relationships/notesSlide" Target="/ppt/notesSlides/notesSlide24.xml" Id="Recc9a119d18c4dc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690edeb9541ab" /><Relationship Type="http://schemas.openxmlformats.org/officeDocument/2006/relationships/notesSlide" Target="/ppt/notesSlides/notesSlide25.xml" Id="R30614a6f2c364d7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96b369efd4aec" /><Relationship Type="http://schemas.openxmlformats.org/officeDocument/2006/relationships/notesSlide" Target="/ppt/notesSlides/notesSlide26.xml" Id="R45075057ef6b410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b7ffa56164e16" /><Relationship Type="http://schemas.openxmlformats.org/officeDocument/2006/relationships/notesSlide" Target="/ppt/notesSlides/notesSlide27.xml" Id="R21d0d3c68dec46f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baa4eabf249c6" /><Relationship Type="http://schemas.openxmlformats.org/officeDocument/2006/relationships/notesSlide" Target="/ppt/notesSlides/notesSlide28.xml" Id="Ra3fb5c39fe7d419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55bb017514aa4" /><Relationship Type="http://schemas.openxmlformats.org/officeDocument/2006/relationships/notesSlide" Target="/ppt/notesSlides/notesSlide29.xml" Id="R4fb4e3f20627433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41e45a9654a59" /><Relationship Type="http://schemas.openxmlformats.org/officeDocument/2006/relationships/notesSlide" Target="/ppt/notesSlides/notesSlide30.xml" Id="Ra67f532ef05a45e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dc7f4ab354a70" /><Relationship Type="http://schemas.openxmlformats.org/officeDocument/2006/relationships/notesSlide" Target="/ppt/notesSlides/notesSlide31.xml" Id="R0f3f37d9d2e241c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8d0c5b2994177" /><Relationship Type="http://schemas.openxmlformats.org/officeDocument/2006/relationships/notesSlide" Target="/ppt/notesSlides/notesSlide32.xml" Id="R1ef2ec442c34490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8828a2a644832" /><Relationship Type="http://schemas.openxmlformats.org/officeDocument/2006/relationships/notesSlide" Target="/ppt/notesSlides/notesSlide33.xml" Id="R1e9d2cabc00c456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529ad1741494d" /><Relationship Type="http://schemas.openxmlformats.org/officeDocument/2006/relationships/notesSlide" Target="/ppt/notesSlides/notesSlide34.xml" Id="Rf7c5387a945d45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8690E5-01DE-4543-8FFE-FFCF1305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609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F65F2-F860-46CC-9ACF-32256F4A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PASSKEY INTRODUCTION /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B0BC7-8E05-493F-834E-DA8512FD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43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パスキー入門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CC675-1920-4C4E-8F2F-1817B2BE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FIDO2・WebAuthnの全体像と入出力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5EF08-9D1F-4780-A26F-B33498EC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誰が、どのオブジェクトを渡し、何を検証するのか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6C832C-ACAD-4B0D-BD31-C66E21F2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09800"/>
            <a:ext cx="781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E8757-B3F5-434C-9EAA-D6FC91EA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5260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3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BAAB4-8577-46AB-91FB-F9579747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71650"/>
            <a:ext cx="1104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秘密鍵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E4924-4615-460E-80BC-74D19523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75260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FB7EF-C99B-4263-B50D-06C46553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771650"/>
            <a:ext cx="1104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署名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4C8779-1CEA-4987-B2ED-3888B17F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4099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0A9E48-BE75-4368-ABDC-52278571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429000"/>
            <a:ext cx="1104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公開鍵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4A9F5-233C-4F59-AC34-2C4AAF7F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8382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32BC31-818B-462D-86F0-528AFAB1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BC8341-FF61-42CD-A413-592CB7B7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登録・認証シーケンス / WebAuthnオブジェクト / SimpleWebAuthn</a:t>
            </a:r>
          </a:p>
        </p:txBody>
      </p:sp>
    </p:spTree>
    <p:extLst>
      <p:ext uri="{BB962C8B-B14F-4D97-AF65-F5344CB8AC3E}">
        <p14:creationId xmlns:p14="http://schemas.microsoft.com/office/powerpoint/2010/main" val="9908181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3F5334-A308-4CB3-8C66-55E299E0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21D45-337C-4262-90E8-07B8E45F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01 /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2EDAD-CC9B-47EF-A9DD-8234DB9B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パスキーは、秘密鍵で署名し、公開鍵で検証する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37B62-4DD7-4B3F-AC0D-A77109E2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61184-5A37-49E5-98BF-F1255E63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40BDD-86A4-4F0D-8C3A-FE7C9554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秘密鍵は認証器に残り、RPは登録済み公開鍵だけを使って正当性を確認する。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87333-11E9-491A-A9A6-C93D210C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81300"/>
            <a:ext cx="952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74819-C3A6-4943-A09E-6C64CEDC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81300"/>
            <a:ext cx="952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A4A6B2-A50D-42E3-975F-A4A1B6E4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1962150" cy="1962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B31D41-800F-4DD4-B777-983FDD94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19621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challenge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8A1360-A926-44D9-AA11-7C06EE9C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3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ECA47-BE11-469C-8546-AB55C753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14550"/>
            <a:ext cx="21907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秘密鍵で署名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6A1BD7-DA3C-4B03-99C9-4D25DEFF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955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D3768-28F1-4FEA-8F98-DE41AB79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14550"/>
            <a:ext cx="21907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公開鍵で検証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99F78E-6E51-464D-8942-7E07C80D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RPサーバーが毎回発行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20D976-74D8-4712-AE45-7EDE9B40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19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認証器の外へ出ない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D7FB81-CA97-4F67-AB62-38527436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19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登録時にRPへ保存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839AEC-54CC-46FD-A341-26C8A582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8204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F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964336-B265-47C2-B300-A9F18314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覚える4点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9517B6-4D0E-4688-9049-6B038E51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1495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秘密鍵は送らない  /  公開鍵を保存  /  challengeは一度きり  /  生体情報はRPへ送らない</a:t>
            </a:r>
          </a:p>
        </p:txBody>
      </p:sp>
    </p:spTree>
    <p:extLst>
      <p:ext uri="{BB962C8B-B14F-4D97-AF65-F5344CB8AC3E}">
        <p14:creationId xmlns:p14="http://schemas.microsoft.com/office/powerpoint/2010/main" val="15047533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9ED036-66B7-4F09-A5CA-F63E2BF8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17266-4416-48CB-9F9D-215041ED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02 / USER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2B320-ECA2-4EB3-9536-63569D8D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生体認証やPINは、秘密鍵を使わせる端末内の確認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11313-9EDC-459F-939D-2C5AF3F8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FB38D-1C8C-41A0-9A52-818D4D7C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281A6-26AE-4BB8-A379-23A81CBC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顔・指紋・PINそのものを、Webサービスへ送る仕組みではない。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8AA98-5AAE-452E-A0C4-9B3AC6C4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90850"/>
            <a:ext cx="914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C059B-B198-4115-B082-4A1CE631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90850"/>
            <a:ext cx="914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62695-8E99-4691-B3D1-46E37EB3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ED931F-C123-4B28-9531-3B0E2CB2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619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利用者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D48125-E6C2-448E-8E51-B9A1AEC3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764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9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AAA26-5004-479C-AB15-16CDA6A2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43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8B6810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8B6810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E24C4-AD08-46B4-8DC7-256E5E93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1940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生体認証・PINを確認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秘密鍵の使用を許可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署名を作る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DB9EA-DBE2-4E78-9D43-008E3FC4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669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8C594C-0502-4C05-81CA-29AAE9F6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0"/>
            <a:ext cx="1619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RP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60FB21-56D9-476D-98CA-AEDBF52E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62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rPr>
              <a:t>生体情報はここを越えない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E301AB-A141-4F0A-B414-4CE3F3B0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00250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2573D9-E5DC-4779-A148-0F90EF37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利用者が渡すもの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280245-52BD-4252-9DDF-BC1B6015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本人確認の操作・同意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C35A96-7918-4798-83A1-ECFA42B2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482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RPが受け取るもの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020D65-BB6F-43F4-8DD9-7B0F50B7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102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署名・Credential ID・検証用データ</a:t>
            </a:r>
          </a:p>
        </p:txBody>
      </p:sp>
    </p:spTree>
    <p:extLst>
      <p:ext uri="{BB962C8B-B14F-4D97-AF65-F5344CB8AC3E}">
        <p14:creationId xmlns:p14="http://schemas.microsoft.com/office/powerpoint/2010/main" val="12778991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48C51E-55F3-4C37-8EE5-3EBC4802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D1F99-F88B-405B-BD26-F2D420EE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03 / WHAT CHANGES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6C543-8557-40FF-AB5B-B22A1911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秘密情報の照合から、公開鍵による署名検証へ変わる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56826D-155F-4043-A117-5CDD27C1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B2774-F003-4C84-94D2-41338E7B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89D6E-DB44-4877-B511-BD9ADFD1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ユーザー体験だけでなく、サーバーが保持する情報と攻撃面が変わる。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1D969-FFAB-438D-8315-2C845688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866900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3AFA8-E32A-4C89-8DF9-5A6A4410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66900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E4E0E-08FE-4CBB-A3E6-83C27CA7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観点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42B79-DED5-419C-9D36-21D7B33B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rPr>
              <a:t>パスワード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7A918-B5D1-4AA1-8FBA-478A450D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43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パスキー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93DB7-F137-43EC-A289-4D8062A8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8A44F8-B689-49ED-BD71-41C04A6C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ユーザーが扱うもの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6DE485-75D4-4996-8554-1DD459D2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289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文字列の秘密情報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B81B0B-9A88-4F60-A972-75CA1922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2890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生体認証・PINなど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BBB281-2CED-420F-AC43-CC0A34B4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083EC3-CE8D-40AC-BCA0-D6B3CFAD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サーバーが保存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4CDFC4-B877-417C-8486-8B38A13C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099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パスワードのハッシュ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E570A8-F64C-42D8-84EE-E35C0C9B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099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公開鍵・Credential 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43ED7E-C4AF-4AB2-A9C0-099A745E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68EEF1-235E-406A-A76B-319AA024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認証時の確認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323FAC-FEE0-4B51-BD09-C2E16011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910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入力値のハッシュを照合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F1E8F8-7608-4DD5-9087-4F8F31FE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9100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秘密鍵の署名を検証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817F8C-DD63-4561-99B2-9C9D0D8E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85A635-8A36-4030-AEC9-27E7BC7E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フィッシング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CFFC32-3B81-4278-8AA6-7710BD42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9720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偽サイトへ入力できる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584F79-C57D-446B-AE1C-5B8BE6F5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720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RP IDが違えば利用できない</a:t>
            </a:r>
          </a:p>
        </p:txBody>
      </p:sp>
    </p:spTree>
    <p:extLst>
      <p:ext uri="{BB962C8B-B14F-4D97-AF65-F5344CB8AC3E}">
        <p14:creationId xmlns:p14="http://schemas.microsoft.com/office/powerpoint/2010/main" val="3468423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ED0AC1-630D-4B72-8EBA-197F4AFF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7C52A-A245-449E-AB46-E01A9E84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04 / PROBLEMS SOLVED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89AC2-F201-4F2C-94F9-A9F432CF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パスキーは、パスワードが生む4つの弱点を構造で減らす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22ED3-52FF-4275-801F-57F6C265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593C2-F8FF-4796-8044-52F1F315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624BE-81D7-4A13-90CB-CCE75E7D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便利なログイン手段というより、共有秘密を配る設計から離れることが本質。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1E96E-35EA-4859-BFA5-1E0A6D29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rPr>
              <a:t>従来の問題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D2588-89D9-428C-B04B-74288C5E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695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パスキーの仕組み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A3787-052F-475E-B04A-24EDD1CE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95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得られる効果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AB9A7-44D4-467B-922A-9FC1D03A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41521-4D81-4FF2-82AF-E900F6F9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使い回し・漏えい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BB7DD-C130-49BC-823B-15A02EBC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85975"/>
            <a:ext cx="4191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C6FF1-67C7-4169-99C8-0DF8648F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431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サービスごとに別の鍵ペア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2A3C72-034C-4FAD-854F-92430716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85975"/>
            <a:ext cx="4191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78AF9-ABB0-4E23-A977-A7D1EC98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431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他サービスへの横展開を防ぐ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15AC56-AE49-4F21-83F3-77A773F0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508F1D-B9A2-4677-917F-D86D6F59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偽サイトへの入力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3EB295-AE36-418E-9930-BBEAEFED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19425"/>
            <a:ext cx="4191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DD671D-6E35-4FF1-AB8D-94E9A99E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765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資格情報をRP IDへスコープ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1F71BF-E02A-45E1-B6B8-D3E8CF55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19425"/>
            <a:ext cx="4191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0FF5D6-B7AC-43C4-8A5D-5246D3BA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765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別ドメインでは秘密鍵を使えない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3601D4-E8FC-40FD-8747-8AB75362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AD9D7E-D774-4C8E-BA4B-CE08C070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サーバー侵害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CB088D-F282-44A1-B037-6E65EB6A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52875"/>
            <a:ext cx="4191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162632-4A69-4722-9C25-462ACEC9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100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RPは公開鍵だけを保存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4A516C-C8FF-48C8-B6A7-302BA86B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52875"/>
            <a:ext cx="4191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F29FFC-784F-4E43-81BA-DF2E8A83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100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認証用の秘密をDBから盗めない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AF8D8A-9129-443E-9660-E98B6A3E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29E670-9C14-4F2F-9117-D288AA29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記憶・入力の負担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8B3BFD-97B5-42D2-8408-A388556B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886325"/>
            <a:ext cx="4191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34A078-3236-4A48-BB75-1AC8A61E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434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端末の生体認証・PINを利用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07FF8B-D631-4ACC-AB68-D8BE0D05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86325"/>
            <a:ext cx="4191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A282E6-3CCE-418F-9E69-08E5BDAC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434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覚える・入力する秘密を減らす</a:t>
            </a:r>
          </a:p>
        </p:txBody>
      </p:sp>
    </p:spTree>
    <p:extLst>
      <p:ext uri="{BB962C8B-B14F-4D97-AF65-F5344CB8AC3E}">
        <p14:creationId xmlns:p14="http://schemas.microsoft.com/office/powerpoint/2010/main" val="15269486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932B83-2309-49E9-ABF8-5A1CC432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C4303-FE23-4537-95E9-61FA01DF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05 / TERMINOLOGY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03D61-1298-4098-B86C-87EC9600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FIDO2は、WebAuthnとCTAPの担当範囲を組み合わせる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2A8BE-B144-4B22-B9EB-A8EA7FB9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445FD-DDEC-4D8A-8AE4-7791D0B5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A27A0-61D1-46F6-9F1C-527333A0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Webアプリ側の仕様と、外部認証器との通信仕様を分けて考える。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51FA6-F125-4720-BBFC-48FF73CD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95600"/>
            <a:ext cx="762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3BB64C-DD1B-42B0-9D39-3EB7BC6A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FIDO2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9A16B-1224-49C7-A708-6E5616DC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33600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75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3375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=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1A1A4C-73F1-4C8E-9F45-ACD8D21A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943100"/>
            <a:ext cx="26289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DF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BC208-2CDA-43AD-9A39-EA3D11AE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0980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WebAuthn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853B8-6692-4C35-A201-98DACFBB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2415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W3C</a:t>
            </a:r>
          </a:p>
          <a:p xmlns:a="http://schemas.openxmlformats.org/drawingml/2006/main">
            <a:pPr algn="ctr">
              <a:def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Web API・データ形式</a:t>
            </a:r>
          </a:p>
          <a:p xmlns:a="http://schemas.openxmlformats.org/drawingml/2006/main">
            <a:pPr algn="ctr">
              <a:def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RP側の検証手順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60B462-AAC5-44D8-AEE4-D33DBC36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241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907125-BAE4-448D-ADCC-C54830AC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43100"/>
            <a:ext cx="26289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6E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5AE3F7-6F49-42C2-8E8A-376E83FA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0980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CTAP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933AB2-11DD-4EC3-8A88-08EF267F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241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FIDO Alliance</a:t>
            </a:r>
          </a:p>
          <a:p xmlns:a="http://schemas.openxmlformats.org/drawingml/2006/main">
            <a:pPr algn="ctr">
              <a:defRPr sz="12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クライアントと外部認証器</a:t>
            </a:r>
          </a:p>
          <a:p xmlns:a="http://schemas.openxmlformats.org/drawingml/2006/main">
            <a:pPr algn="ctr">
              <a:defRPr sz="12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USB / NFC / BLE / hybrid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F1394B-FF3A-4854-8C21-87F7B6A7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72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70A84F-F92E-4726-88B5-ACA45378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WebAuthnの入口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A4E009-7C44-4000-A747-8A14AA67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5143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C4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2697DB-C232-43FA-971F-FD4BC254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425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登録  navigator.credentials.create()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425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認証  navigator.credentials.get()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854DC4-BF03-49A1-A478-6AB8BEF8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24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FIDO 1.0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8CBFC7-EC3B-4472-B113-DB40FA38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434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UAF：パスワードレス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U2F：第2要素 → CTAP1として整理</a:t>
            </a:r>
          </a:p>
        </p:txBody>
      </p:sp>
    </p:spTree>
    <p:extLst>
      <p:ext uri="{BB962C8B-B14F-4D97-AF65-F5344CB8AC3E}">
        <p14:creationId xmlns:p14="http://schemas.microsoft.com/office/powerpoint/2010/main" val="806788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1AF081-3B6F-4996-BBA4-FDB996B1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86273-ADDD-4FD2-BD39-437D4BF7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06 /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29B3E-8B6C-4DE1-AA38-8F03528D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WebAuthnは、RPから認証器までを役割で分ける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18495-EAD4-40B2-B484-C294C880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6A73B-FA3C-46BC-9747-A7FE8D35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264E06-98AA-41C1-87E8-80416921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00300"/>
            <a:ext cx="26670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1226C-84C1-4DD5-9FD3-4ED78D2E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62350"/>
            <a:ext cx="26670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BB384C-64A8-43B2-A691-1C3918C0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953000"/>
            <a:ext cx="2190750" cy="1905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280E6-FC9A-41A9-859C-897DB938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53000"/>
            <a:ext cx="2190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46EC2-2E3F-4A98-A7E9-B3BA0245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52800"/>
            <a:ext cx="1714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D465BD-5989-46B4-A19B-B4681E94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336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HTTPS / 独自API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82116F-39AF-412C-B056-099C8D6E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95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WebAuthn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B25C8D-AE52-4651-9E7F-1FA70348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33C2D2-B515-4C76-94FD-E03068F8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428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利用者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A2955E-00B7-4FF2-8CC8-DA2BA8BC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76400"/>
            <a:ext cx="3848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569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5F9071-B882-4886-BA16-2656DA70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097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RP SERVER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F81C78-4AA6-4C2C-A54B-100EF076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764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challengeを発行し、公開鍵で検証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135E29-8A66-4FD0-B770-E93A3978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38450"/>
            <a:ext cx="3848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F9D8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A2FC14-6B56-49C3-A9C7-1507CC00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71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WEB APP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58F5D4-4C87-4557-8E74-706DFBD8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3850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サービス独自APIとWebAuthn APIを接続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B089F0-BEC1-4FA0-B330-8DE2CD17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00500"/>
            <a:ext cx="3848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C404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DA6152-5EEA-44F2-AAA8-261E26DF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338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BROWSER / 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FEB319-49BA-4A4A-A3A1-B8128B50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005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認証器を探索・選択し、データを変換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A63E4A-B351-4EBE-B0B0-05C8B300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4000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9EFCF"/>
          </a:solidFill>
          <a:ln xmlns:a="http://schemas.openxmlformats.org/drawingml/2006/main" w="19050">
            <a:solidFill>
              <a:srgbClr val="E3B34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4979DA-D4F9-4937-8E15-0BF7378D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67350"/>
            <a:ext cx="354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8B6810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 i="0">
                <a:solidFill>
                  <a:srgbClr val="8B6810"/>
                </a:solidFill>
                <a:latin typeface="Hiragino Sans"/>
                <a:ea typeface="Hiragino Sans"/>
                <a:cs typeface="Hiragino Sans"/>
              </a:rPr>
              <a:t>プラットフォーム認証器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C18EDE-FB91-441F-AB92-42C71E07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53100"/>
            <a:ext cx="3695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端末内 / Windows Hello・iCloudキーチェーン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AB750F-1818-4381-A720-4A6B2F50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314950"/>
            <a:ext cx="4000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6EDFC"/>
          </a:solidFill>
          <a:ln xmlns:a="http://schemas.openxmlformats.org/drawingml/2006/main" w="19050">
            <a:solidFill>
              <a:srgbClr val="3569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3F8D33-7839-4CCE-92A8-96228FD9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467350"/>
            <a:ext cx="354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ローミング認証器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4C602B-A7B1-4280-8BDB-A5384857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753100"/>
            <a:ext cx="354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CTAP  /  セキュリティキー・別端末</a:t>
            </a:r>
          </a:p>
        </p:txBody>
      </p:sp>
    </p:spTree>
    <p:extLst>
      <p:ext uri="{BB962C8B-B14F-4D97-AF65-F5344CB8AC3E}">
        <p14:creationId xmlns:p14="http://schemas.microsoft.com/office/powerpoint/2010/main" val="16206833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E3F49D-98FE-4138-B731-2747DF4F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D1B16-E9F0-453F-A5D6-75DD05E5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07 / AUTHENTICATORS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D886D-63A5-4546-8296-B3FDDB2B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認証器の場所は違っても、秘密鍵を守る役割は同じ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AE915-FF5F-40F7-9CAE-E427F954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71A2C-03F7-4513-8A65-E41211CD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BCC26-3880-4327-BCA3-7AB29754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33550"/>
            <a:ext cx="9525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DCAD6-BEB5-4DF7-BB56-146315CB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9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9F18F-A760-4C7B-B5B6-E555A398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B681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8B6810"/>
                </a:solidFill>
                <a:latin typeface="Hiragino Sans"/>
                <a:ea typeface="Hiragino Sans"/>
                <a:cs typeface="Hiragino Sans"/>
              </a:rPr>
              <a:t>同じ端末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C958B-4B29-4438-B8D1-E8C0EE0E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プラットフォーム認証器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60BF8-DEF0-4AF4-A0F0-428DE3C9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3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6611E2-3731-46E0-88B6-2547F5E1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1428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端末内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B4CCA-FCFB-4E36-A690-9D96F03C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24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ブラウザ / 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A2EA22-8B6A-477B-9167-979100E8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8140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端末内部の経路で利用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Windows Hello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iCloudキーチェーン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508B2-40F1-44BB-A0FD-2613A835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3355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6E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5C9BD-E93A-4DF0-93C4-63880FF7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43075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別の機器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C72A3-2152-4FB7-B288-09813DD7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ローミング認証器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E9247-0CBE-4C2A-B70D-474C23F7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19450"/>
            <a:ext cx="857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16BCAA-0F40-44B5-AFB9-A43EAB2F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24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ブラウザ / 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F0B0EA-8268-42AD-83F4-C74C9CE6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765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903F0B-937D-48D8-9C3A-ED305945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95600"/>
            <a:ext cx="1428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外部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A4EB13-8F60-4034-80EF-0606EEE6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9570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CTAPで接続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USB・NFC・BLE・hybrid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YubiKey・スマートフォン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31BD7C-A8B6-457C-B20A-81FA8C8F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8204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F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2B038D-634B-4A66-805A-A6AEBA9A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共通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35D7FA-9F32-43F6-B8D9-36242207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314950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本人確認後に秘密鍵を使って署名し、秘密鍵そのものは外へ出さない</a:t>
            </a:r>
          </a:p>
        </p:txBody>
      </p:sp>
    </p:spTree>
    <p:extLst>
      <p:ext uri="{BB962C8B-B14F-4D97-AF65-F5344CB8AC3E}">
        <p14:creationId xmlns:p14="http://schemas.microsoft.com/office/powerpoint/2010/main" val="16733437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77D7942-FA98-4B42-B54A-D9E99B81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281CF-DD51-4354-81B9-3CD8B7CC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08 / REGISTRATION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61D84-2DC6-4E4F-9F74-3F464113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登録開始：要求がRPサーバーへ届く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29AAD-01D4-420D-B5E3-00AA40B8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82DEB-27A0-46A8-A678-E6FEFAC0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2DE60-DEB5-4877-BC16-1F6CBE79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2手順だけを表示する。次ページではSTEP 2を上段に残し、STEP 3へ進む。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6FC11-0F0C-4628-B6BC-F6C1A280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13227-0AEE-41AD-BC1A-C6D9398C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D17BB-9F23-42FB-BAF6-F36D82C9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DB64E-257B-4277-9B22-1D27F327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15A65-3FF3-493C-B9B2-758A8266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DD873E-0548-4CFC-8E4B-EC056A0A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C2F9A-DC9B-4845-9BDC-9DF51F54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98E0CC-B65A-4508-B4A0-F8DE8A51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33700"/>
            <a:ext cx="23050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3010A-D9EA-4CD2-990E-EBA7E8BA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241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1  「パスキー登録」を選ぶ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28BC77-DFB0-4AC3-84E9-F9678D19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FC019D-3F97-4308-8BEA-ABB83039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AB93C6-F860-404D-A397-C0BEFC4C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43400"/>
            <a:ext cx="23050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1417F3-B97C-4C02-8D28-C41BDD20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338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2  /registration/options を要求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403BB1-4676-4C66-991C-FD3C6191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404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B04C4F-5903-4D86-906A-1623F1FB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E191F2-88B8-42BA-927E-760604A0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D8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9D1538-2264-440B-B494-3C319A9D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クライアント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アプリ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C026BF-CED2-4C0E-BB6E-1D655CBC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569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65D78A-C3B0-4A7E-8BA5-E2A15283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D9653B-2686-446A-9020-3F7660BB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A70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A46100-BD7E-430F-9CFB-7C22F828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A3F8C1-256E-463C-B3CA-AE0B6435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404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00EE4D-46EE-46C8-9D73-51911B29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51279D-AADC-4AB1-ABDC-F463EF4C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進行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9C0D47-6AA6-406B-877F-DD00A185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885AE9-AFA0-4EC3-9B93-CE026672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535A52-5E19-40BD-AA75-55BE44C2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225C6C-3A91-4F9A-9698-70065669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0C20FA-979E-40C9-A6FB-9719ABFB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FBDCFA-51D3-43AF-816C-775455EE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40410A-275D-4C5E-B90A-6FB8BC26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264126-EED8-4BD7-B0AB-C51C9295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C059D3-78E1-412F-902B-B450A778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84DE8B-9173-4FE7-BB82-35CA5E81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6ECAEB-9172-4A75-AA87-289EB9BD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E340CC-FF57-468D-9CAB-75499C4D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8F79D2-1D81-43CB-B5AE-A67C9C4D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852EA6-3BD6-49DC-8613-2DE28788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ED48DF2-F95A-4642-88F0-39BDFF79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FD2340-6A24-4E7F-9643-C3AE1E4A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AE1BA7-6F73-4D8E-A9F0-ACE4D563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776081-AADD-4079-A038-274C7C7F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22F147-267E-4D07-A67D-13627545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C852E7-E257-4FAB-B023-06205691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C65A5F1-AD37-41DB-A1C0-DC9BFB9E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A89CE5-5D60-4AC5-91D9-B11370EB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F5FE395-1F25-4D69-8ED1-028EB737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B3980F5-A5A9-4AFD-B1EA-21A72153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72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1 → 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C8106C0-B578-4E5C-B0A7-A4658AFC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72150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次ページでは後半の手順を上段に残す</a:t>
            </a:r>
          </a:p>
        </p:txBody>
      </p:sp>
    </p:spTree>
    <p:extLst>
      <p:ext uri="{BB962C8B-B14F-4D97-AF65-F5344CB8AC3E}">
        <p14:creationId xmlns:p14="http://schemas.microsoft.com/office/powerpoint/2010/main" val="15363721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0E101AF-1A05-4885-AF4A-D55F1087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BB4BE-92DD-4D5E-8585-6D0A4571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09 / REGISTRATION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1F970-43C1-4861-958F-202FDBDE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オプション発行：challengeを保存して返す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460E1-116B-4FC3-9B25-CB100C76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9E598-FF65-462F-8CF2-7CA33463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4D047-42F9-45AA-925E-386B9D66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上段は前ページから残る手順。下段だけが、このページで新しく進む。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A29C6-229A-4A2E-89E0-09378A40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94150-CD58-45A5-BBED-0163B235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25CD9-FDD4-40C9-BC2E-22C5AE89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AE0CA-B263-43DC-AF55-302389D9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9F099F-561C-4B2F-99FD-C87B82B3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86BBE-5BBF-4909-A5D4-57CD056C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885B0-2E39-400E-BB48-D7E87A7E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F45B83-F2B2-4B39-BA5B-6EAE359C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33700"/>
            <a:ext cx="23050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B1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BB9BA2-AD87-4B8A-8AD5-2E98F766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241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C7077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5C7077"/>
                </a:solidFill>
                <a:latin typeface="Menlo"/>
                <a:ea typeface="Menlo"/>
                <a:cs typeface="Menlo"/>
              </a:rPr>
              <a:t>2  /registration/options を要求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F4B616-B3F8-4363-8A9E-596B09C5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DB6FF-0F18-4DEC-AC88-D8AD1D3A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4D3B6B-85D4-456D-9586-9446571A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33850"/>
            <a:ext cx="46101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45ADCC-AF9E-4FED-BF28-E6F7364B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243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challengeを発行してDBへ保存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4BD0F0-E7B5-4614-9548-292EA33B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552950"/>
            <a:ext cx="2305050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846954-8D37-452F-8BFF-4913E7A2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4340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F9D8C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0F9D8C"/>
                </a:solidFill>
                <a:latin typeface="Menlo"/>
                <a:ea typeface="Menlo"/>
                <a:cs typeface="Menlo"/>
              </a:rPr>
              <a:t>3  CreationOptionsJSONを返す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0818B3-F438-4B0E-90BF-F1E32FAA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404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4897C9-61B4-45C2-A221-60CDD6E5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5F5382-DDAD-4FCE-A89E-97815F42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D8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114AFB-0A2C-480F-B778-41856999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クライアント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アプリ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390008-E7DA-4758-AD28-D05CA99C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569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81D248-120A-461F-91D9-1D91F640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77BA26-0773-45DE-9017-2BA19F92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A70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804A01-FC31-4A77-BFB6-AAC62712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1A1ACF-86AE-4F0D-B026-0316CE83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404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8F51C4-6208-4C98-9245-E124F00E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2D3B15-377A-43E3-B68F-01657F08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進行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D3608E-B0DE-4D10-80B2-3B68EAA0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9AE13A-2715-43F4-A9DD-98958792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6A4A19-FCA8-461E-8595-02E76B2F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C6410D-28A5-4282-BB36-B4CC3196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66C59A-0178-4B14-9CF7-8DDEBF33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72E1D7-36E5-4891-901E-D70C17D2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EEA324-8523-4A90-B932-619E5DCA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78823B-8411-4D2A-A903-C22FEFCB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4450A0-6C6D-48E7-A427-E87C9208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6F3634-9EB4-437F-B3BE-499F5F7B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0696DB-DB7F-4254-9962-160D974B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406433-8794-4DB1-847E-D2445314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1CBFAA-7758-4F7C-857D-2BA5AC16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C55C38-7D96-47EA-9735-CA47D59F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D4668F-FFD6-4824-83D6-81AC4C24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7BD57C-11DE-412E-8CF6-1CF8B861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7EDF623-62DF-4EF1-A238-73871B0F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A42DD8-210F-4C18-81FF-9C612ACA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EE50F94-58C8-401F-A7AA-F5232406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D6A78A9-5F71-4AA4-955E-D57FB20C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8FCF62-64A8-4129-9364-8A5C6252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A851F7E-CB6D-4B6E-8F2C-C1FC0711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01CB639-CB31-4DC3-847F-DB46D590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8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EFED28B-76F1-4633-96D4-A05F9923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72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2 → 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73A44E0-56FC-4473-BE4C-3ACB1543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72150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次ページでは後半の手順を上段に残す</a:t>
            </a:r>
          </a:p>
        </p:txBody>
      </p:sp>
    </p:spTree>
    <p:extLst>
      <p:ext uri="{BB962C8B-B14F-4D97-AF65-F5344CB8AC3E}">
        <p14:creationId xmlns:p14="http://schemas.microsoft.com/office/powerpoint/2010/main" val="4037082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3EB34C1-9A63-4171-BBEA-84DA0743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E0C1A-58F8-4EA2-8909-4093D53E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10 / REGISTRATION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5D9EC-B860-441B-9E3C-91234B8B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WebAuthn開始：optionsJSONでcreate()を呼ぶ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ED5D6-D01F-4181-BCA5-8CF87C4B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A9659-A8C1-4000-A25B-86CAD6AF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BFE91-F21E-4E72-898C-BEF78505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上段は前ページから残る手順。下段だけが、このページで新しく進む。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0B1ED2-2121-4D05-BA23-E99A8DE1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B81FC-4CD0-405D-BF37-71EC0E0E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1151C-A274-4D8C-A6C5-8A26B14E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C4219-A107-4C0D-861B-FEC35CE1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E45D10-A79E-4A12-8B64-7A4BBBDA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89CBA0-93F0-48CB-9C14-8624DC75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30D5C-7741-464C-8327-BCE7ED90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968DD9-A1B7-42B0-9881-8BEBCDE1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24150"/>
            <a:ext cx="46101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B1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4EAD5B-3651-434C-A462-0B564AB0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146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challengeを発行してDBへ保存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36FDC0-0CEC-4F7C-9830-8E06359B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43250"/>
            <a:ext cx="2305050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9BB1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97B9E6-11F4-4EC3-A463-C7D785D1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3370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C7077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5C7077"/>
                </a:solidFill>
                <a:latin typeface="Menlo"/>
                <a:ea typeface="Menlo"/>
                <a:cs typeface="Menlo"/>
              </a:rPr>
              <a:t>3  CreationOptionsJSONを返す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835A12-D7A9-4FB2-8114-36B51A92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239040-9BAF-4AD5-93AF-296677A7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5398DA-722D-4E36-96E6-91DCD91D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43400"/>
            <a:ext cx="46101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6E6206-F1E7-4B52-BD7C-49D371DD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3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4  startRegistration({ optionsJSON }) → create()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6583AD-748D-47AE-BA30-31B1493F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404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B8FD3B-26FC-49F2-B861-9A1680A2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FD0686-B5B3-4C95-AFAE-74AEE397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D8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7EBCCC-AC63-4F79-8762-954249C9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クライアント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アプリ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2F039A-F68F-473D-9E20-5146A438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569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13DDD0-4D84-4105-85DB-688AA399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7CB679-E38D-462B-87FB-A494AE7C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A70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2C4B78-5CD3-44B0-9249-F4BC4168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385F0C-63B5-4456-90E6-393DFEBD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404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5B3D06-2D77-474A-87BE-40C5BD33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4FBE05-A0E4-43BF-8F23-87B18269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進行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10900A-7E4D-4870-91ED-D1737A8A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F8C9B5-CA1C-4BD2-A362-109C45AB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4277FF-A6E2-4452-BA33-0C2781C8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B425CF-DBD8-48E7-8BD3-58CE6F67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A5FC60-C224-47A8-8133-F7A3DC6C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FF2413-73FF-423C-828E-3F7D6622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8D5899-67D0-4304-9F61-E7984776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BAE373-92C9-4B6F-A5B0-5D057DFE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438B10-8EC7-4D5A-BD88-133B0BDB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9EEEF6-2BCF-45F6-90B8-DA5A1124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CADAE7-CE02-42F0-AE3B-49846A1C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42B5859-C342-405A-9900-9321A7A2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AC0FF0-3227-4105-A5D7-019BD70A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A9C061-EDEF-45A4-8E1E-A7F43713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18F0D05-8013-4BFF-988A-D296C32E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FEAEFBE-193F-4F2C-A53C-0F76B6EF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2DEB9F1-26C0-4FF4-BD4A-992B84BD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F7D2A21-3E45-44E4-8BF2-AE17E302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CF18E5B-F043-477D-A35F-0C380CC7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530301D-6B72-450A-B8AC-48B97622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FCC8A87-4CF1-4969-83E8-BB834337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F69CEAC-0BD1-41EE-8702-7F4EDB07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7C24DD-6088-4205-BA80-E24988EB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8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A654CB2-3C5A-4179-9F43-05FE77A8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72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3 → 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0A8DE69-9500-479C-9F5A-6F630D5E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72150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次ページでは後半の手順を上段に残す</a:t>
            </a:r>
          </a:p>
        </p:txBody>
      </p:sp>
    </p:spTree>
    <p:extLst>
      <p:ext uri="{BB962C8B-B14F-4D97-AF65-F5344CB8AC3E}">
        <p14:creationId xmlns:p14="http://schemas.microsoft.com/office/powerpoint/2010/main" val="11698557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48F6272-F531-4D13-A183-352079ED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CADB7-2210-439C-A797-89E00096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11 / REGISTRATION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4D291-88C9-45F5-AEF2-8228699B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鍵生成：本人確認後にCredentialを受け取る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7613D-D7BD-4799-A804-3B8D1BF0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AF341-E19D-4AF0-B4B8-2A40D7FF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3DE64-78A0-4519-A495-70AEA95C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上段は前ページから残る手順。下段だけが、このページで新しく進む。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9526F-513E-4004-ACA8-6DDF974F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90DC3-A3C5-4547-95BB-4B069A17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07FA1-EC8B-499B-9467-5B2FA1ED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13EF3-042E-4C54-A9C7-C4599976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3DDE83-40E2-4931-9816-613E594C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F4AA61-5792-49A4-A581-8CEB96DF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ADA3B9-DE5A-4584-8014-1A2EC226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2BE67-928B-47A8-A04E-65843422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33700"/>
            <a:ext cx="46101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B1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1C7DAC-789F-43AC-8DA6-2C3A9C4F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2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C7077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5C7077"/>
                </a:solidFill>
                <a:latin typeface="Menlo"/>
                <a:ea typeface="Menlo"/>
                <a:cs typeface="Menlo"/>
              </a:rPr>
              <a:t>4  startRegistration({ optionsJSON }) → create()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F8DA22-9979-4708-9EB8-C8AD1F4B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B06B51-0F67-4FEF-A368-3F46A80D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0A5DFB-5AA6-44BC-AF01-A7BE1CD7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43400"/>
            <a:ext cx="4610100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E3B3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2F9DB2-F44E-44D1-82C2-422BA27B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3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8B6810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8B6810"/>
                </a:solidFill>
                <a:latin typeface="Menlo"/>
                <a:ea typeface="Menlo"/>
                <a:cs typeface="Menlo"/>
              </a:rPr>
              <a:t>5  本人確認・鍵ペア生成 → RegistrationResponseJSON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CF8428-D1B0-4345-881B-D2B4E35B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404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F0A560-4AE9-47CD-8F78-17E9C85A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2CAC04-8DFD-4491-9C7C-4E5BCBD4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D8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0C6D90-90F2-4473-939D-917D0A38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クライアント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アプリ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CDB907-3288-4AEF-B39D-F42775AB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569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7A5FE4-EEA6-4CA2-BD7F-20E7562C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275478-0F3E-47C7-AE13-437E13C7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A70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BE3C56-823D-445B-AB95-77C4C2D3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D08352-D91D-43E8-BD6D-B9A1AA93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404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2F4E26-4D91-4852-B02A-C2421D21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E839D7-0CB5-41D5-9DCB-C5C9BB4E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進行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172586-379B-4E16-89CB-D677E666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A52B5E-F272-41FC-93B0-F889514C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90A1E1-F1FE-4A76-A01A-D4E8E39F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691BAB-1F13-4F23-9B17-F97281C6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B668B8-E313-4160-AAA5-CA66D801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436A25-C688-4A49-A378-2C13B225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41C0F5-5441-4684-BDF5-EE583354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793711-3E24-4003-8B8B-880FE3C7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4B102D-FD76-4C8E-9D3B-817A1558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D4E9C6-6206-452E-BB70-F6D53AE2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31EE12-41D2-4B16-8B12-6067CDE6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66267C-5FEC-4DFF-B850-52934B85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CFBB47-590B-4223-940D-A9808278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7663E2-828F-4E3C-AFF9-20449828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927451-41EC-4600-BFE5-D319B81F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84783E-85FE-46EE-8F22-410C3A26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A4EC56-260E-4DD9-8F26-DA31249C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1529A2E-81A4-4C1B-88C1-814636EC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A7CC817-CEA4-468B-B8EA-ACB391C2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72F4800-3DA0-49C1-A4A9-2D0FC2C1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D267FDE-AC03-4CEA-8F17-FBBAF59E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A985D21-AA73-4A4D-A26B-2998CB4B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795DECA-A1EE-43D0-912F-3B35D54D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7BD0995-B1EE-4AE7-88F0-F4F174C3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72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4 → 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0977712-AAEE-43B2-8865-9BFD32C9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72150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次ページでは後半の手順を上段に残す</a:t>
            </a:r>
          </a:p>
        </p:txBody>
      </p:sp>
    </p:spTree>
    <p:extLst>
      <p:ext uri="{BB962C8B-B14F-4D97-AF65-F5344CB8AC3E}">
        <p14:creationId xmlns:p14="http://schemas.microsoft.com/office/powerpoint/2010/main" val="7639229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91568F6-DD75-4BD0-9ABD-3D4E7812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FA3A8-6894-4546-B742-BDC251A9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12 / REGISTRATION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D8EDA-8A15-43F2-8D28-40AF28FC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検証要求：Credentialをサーバーへ送る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EC2AC-F334-40ED-9E92-3BFF9861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57702-2A47-4A75-ABC7-5F367ED3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80949-E21F-4123-AF0B-537385B7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上段は前ページから残る手順。下段だけが、このページで新しく進む。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52319-CEE8-4CF2-9C27-105B8756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8FB069-8FD5-4DB2-B9C0-3241E2EF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9CCEF-3959-4566-AA5A-8A5D8739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7121E-41B4-4BB5-BA83-910E1F92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08A8F-66DD-4953-8364-9F188D2B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27215-A1BB-4487-8009-5A396584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16A50D-CB30-414E-A0F9-0E1F1532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276FDC-4BE0-4A19-8639-27AC5A7D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33700"/>
            <a:ext cx="4610100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9BB1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0B978C-44FE-49E9-8C07-1FD3311F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2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C7077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5C7077"/>
                </a:solidFill>
                <a:latin typeface="Menlo"/>
                <a:ea typeface="Menlo"/>
                <a:cs typeface="Menlo"/>
              </a:rPr>
              <a:t>5  本人確認・鍵ペア生成 → RegistrationResponseJSON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078706-4D6D-4204-86E7-3E3576F6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97E088-EE7A-4FC1-9E62-7C931157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931E60-913A-4DEB-9EE3-7E64097E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43400"/>
            <a:ext cx="23050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B58BF1-A461-4726-B062-485A29E1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338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6  /registration/verify へResponseを送信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F5AB95-8763-4DA3-B008-AE5DBFAD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404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9750AE-DCF6-48C0-8770-3D14A96F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977F12-AA14-4291-BCFA-5A2EABC5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D8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CE9B12-C873-41BF-AFFC-533CC4E2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クライアント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アプリ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BB5F5D-3422-4E80-9880-3B784EA5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569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D3D365-CF89-432F-B622-BF291D50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F463B2-F58B-413A-A158-75B53F1E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A70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5DE9CF-B2A9-4B86-8B77-C719BFCC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EDCC0E-B285-4B34-B23D-CF4C5A24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404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1E649F-340F-4A22-9278-0DF06404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D0DD8D-3F42-401B-B3FD-D38108C7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進行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1683BF-CBD0-4C05-B6DC-64C26F9F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2F0EAC-DF18-429F-BF2F-38A7E18F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AD3380-5245-4F1F-82BA-26F96F87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8E95FD-71FD-4A27-BDDD-89C343DF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DC73F2-B121-4800-876E-7F3E8E08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646DBC-0131-4CCF-9445-CB3DCC51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17D0CC-BCBC-46D8-BBDC-785AE8C0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36C95F-40FD-478C-9FF0-6C735A5A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64EDD7-1F9A-44DC-99E6-A5591D49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B141D2-629D-48EF-A1E0-1916C4E4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F3E51D-6E07-4659-AD8E-10CBF8F8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2B391E-C985-47AD-8090-40EE7871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CD4786-4A89-4097-B5E8-98DA1917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5846E5-87AA-4E58-A0E6-64AE0730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8FA6F9-F324-48BE-B41A-B31AE777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6E8238-F25A-4320-B68D-F7BE15D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F132216-539D-4D14-BD3B-796AFA6A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59040EA-64F9-4AB7-A67A-68ABF0C1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EBB5FD-630E-4684-B0E9-1C8EB525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8B92C05-8F1D-4E2B-9334-89478786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6ED1DBB-0DE8-41F4-ABA5-E27A0043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25BF6E5-8186-42D9-8EDA-622FD2A1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8078588-2D31-40FD-9B28-D6FE1079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FB12705-3AFE-4B0E-AB8A-C7DD93D0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72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5 → 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7D44115-7B04-49AE-AD28-02A6043B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72150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次ページでは後半の手順を上段に残す</a:t>
            </a:r>
          </a:p>
        </p:txBody>
      </p:sp>
    </p:spTree>
    <p:extLst>
      <p:ext uri="{BB962C8B-B14F-4D97-AF65-F5344CB8AC3E}">
        <p14:creationId xmlns:p14="http://schemas.microsoft.com/office/powerpoint/2010/main" val="17528701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AA1C42F-D10C-4010-B66D-631F73A7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645AC-A654-445C-AAA4-90ABB9A3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13 / REGISTRATION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ABCA3-77A8-4979-96D0-4839385B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サーバー検証：公開鍵とCredential IDを保存する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C9161-72C8-4574-A463-94FDD891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80655-0450-4B7E-91F8-AD3A4924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4347E-69A1-460C-8164-857FF018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上段は前ページから残る手順。下段だけが、このページで新しく進む。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0077F-CC8A-4F4C-AAF9-4F36B3E3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41B32-4C35-422A-90E0-AB0721D8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C3710-CEC7-4C68-84CA-8DD7B674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DC0C8-B4AC-45EB-8AF0-F1777336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8ACCE-3771-4705-AE08-78C6D183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C8AC0-800B-440A-BA0F-F044C982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B6230-C3BB-4BD8-B7F3-28B8F1B4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E1BE2-556C-4133-ADE6-7566351A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33700"/>
            <a:ext cx="23050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B1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B20D61-AF0F-4C94-9723-E1E3B3C1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241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C7077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5C7077"/>
                </a:solidFill>
                <a:latin typeface="Menlo"/>
                <a:ea typeface="Menlo"/>
                <a:cs typeface="Menlo"/>
              </a:rPr>
              <a:t>6  /registration/verify へResponseを送信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59A75D-9F2C-4717-ADA2-05B9E317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8BFE53-110C-41AC-8D31-1C10D420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949598-1301-4129-AC0D-6572043B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43400"/>
            <a:ext cx="46101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694996-3D65-474D-A451-81F05323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3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7  challenge・origin・RP IDを検証し、Credential ID・公開鍵・counterを保存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DC2CB2-FD04-4A00-9B4C-C6930A8C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404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AA5D5F-A5E7-4C24-B3DF-09D8C956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92B356-2286-44EB-9736-506A2E9A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D8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1952C1-914B-4FED-83CB-463F3CBD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クライアント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アプリ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AFA129-F374-4AB8-BCEF-E0045875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569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AE1256-34CE-45B6-8553-43BBA632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F07362-818E-4F6B-BC6F-43753CE4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A70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0A28BF-93C6-496D-8787-FE4565BF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B12F0A-C330-4BFF-832A-204B7CC8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404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DBE62C-ADF4-43FB-951B-067366A2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7A1888-CBF6-4C88-833A-FFB80707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進行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921D63-EFCA-4624-ADA8-D850B1B7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2BBA46-4DB7-4E25-8CC4-8C98882D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865FDA-CA3E-4262-AD2B-B084C926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6AC94C-0F5E-45D3-90BE-FFEC5E60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206DB2-2879-41D3-9183-FD12A31F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5F4393-80C6-4DBD-A215-5126AB92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823B52-D046-4379-AC8F-DC945C47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FB46AA-21AA-4A4E-93ED-73CA9039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5FABB3-A8D8-46A5-A7BC-89BBB1CE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D52770-2348-4B12-B40D-D796F9EC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1B76AA-E8A9-4DBE-83F4-4FA35D06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7804FE-6E30-4764-80D7-420A9D8C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CF9654-945A-40D7-9FAF-FBF2E3DC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42291B-2165-46A0-8C4D-A7D8778A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1B0938-84F1-4369-A16D-396E7599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70D3E3-E2B8-4E62-BC59-D78992A0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D7E49B1-DADF-4237-B89C-001ADA72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338A185-22EE-4BEA-ABC2-07E4A608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55E856D-854D-448E-997D-6C64809E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514D966-237B-444B-B863-D582CC5F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4F13715-2F17-4C86-97B7-5D166ADF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8034B3A-BA1C-47F4-B876-1F43BE62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22BBB1-68E6-47AA-A5F6-3B8FF2E8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027331D-06F1-4AF8-9FC5-E9791E1C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72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6 → 7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8D92DF1-A6A6-4D87-AEDB-528E4BB4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72150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次ページでは後半の手順を上段に残す</a:t>
            </a:r>
          </a:p>
        </p:txBody>
      </p:sp>
    </p:spTree>
    <p:extLst>
      <p:ext uri="{BB962C8B-B14F-4D97-AF65-F5344CB8AC3E}">
        <p14:creationId xmlns:p14="http://schemas.microsoft.com/office/powerpoint/2010/main" val="6430304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8F7B6EA-A1B7-4C4D-ABE5-D2E7675B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397C4-BDBB-4606-80DF-F3D5A38D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14 / REGISTRATION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57405-DAFB-4842-8328-1E1D5BBD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登録完了：検証結果をクライアントへ返す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0BAFC-B113-451C-A056-F508D319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361D8-8BD6-46A5-9AFB-9040EB34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C5857-9F9C-4485-8996-13F79C0A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上段は前ページから残る手順。下段だけが、このページで新しく進む。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628F3-7870-4DD0-A7FB-113F59D0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17B46-A1B9-4DE8-B967-0B4195F8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99095-14F5-432F-BF84-9532ADAF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BE803-BA18-4BA4-AEAA-3F9F77DB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E5526D-F755-43F5-A96C-EA60CD8B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023C8-DB33-4D46-9D06-398795B4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563EA6-6B5A-49A0-96F4-74AF6A29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C9EA1E-5D81-46B9-BC6A-8D33AD7B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33700"/>
            <a:ext cx="46101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B1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84A611-D5CC-47D0-9E07-34A2B71B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2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7  challenge・origin・RP IDを検証し、Credential ID・公開鍵・counterを保存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A90AF4-905F-477D-B76F-E5FCDBA3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B27F0C-5C47-4B23-9373-295B95AF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640ADD-E2EE-494C-B736-FDB6341E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43400"/>
            <a:ext cx="2305050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6DC39F-2314-42E8-98B5-0B3483DA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338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8  { verified: true } / 登録完了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F35F22-EFC2-4DB1-BE9A-AAB3601C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404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6C1F9A-3CD6-47D2-9CB0-7CB3CFD2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9D56D2-358C-40C2-8F20-D724B71C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D8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0E1597-C929-4CAE-AE5B-C10B684F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クライアント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アプリ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574105-343F-4D67-90EA-87C98381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569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8BCDD3-B9AF-4F40-A905-38F4E927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6C55F0-BE13-442E-87D2-D69B579B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A70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4EF705-8F25-4EB7-B88E-D139A254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F8D82E-E142-4FAB-B091-35D59517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404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84EA58-891F-488B-9E6C-9A6CA144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1884AC-6B3E-4668-8A5F-6D8F53E1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進行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0586C0-8704-4E08-BB16-4402CA94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B2F0A3-B458-418E-A36D-41035152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68D59B-313A-40F7-B467-D1482D23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B3601A-7E22-4228-B8C3-D0F1247F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7D3A0F-4A7B-4FEA-A9B0-D09DB152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FEB65E-F866-449F-A325-3A7AACDD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5AA17C-2082-4D19-8B08-E0A5DAD7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0E49A2-BE21-4399-9465-6CB35706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CA6744-96A9-4403-BB74-31A36FA2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C28B2C-9C5F-4EAF-BA6A-2C0E2711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754097-BB24-4D7D-A9FE-6E7F971B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F7BAA9-2A4B-43FF-BD03-38A6E5CA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35AB50-F12E-48CA-889A-9231E877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171EDE-7AAC-4E31-8715-1BF059F1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DF5707-7C64-4B3A-9CCE-341E9649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54F56BE-5150-4DA9-B0B4-28CE6503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77E252-EBEC-41D5-93E9-89A2DB6B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3994F69-D71E-47D0-883B-B80E4259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8C5E7E-4E36-4A4D-B14E-8A618623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267E657-19F0-450C-8216-10A10298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3E57E5-0841-4270-B2EA-8F6586DE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5DAD367-7F11-43B1-AF73-130E0FD3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C80558-8017-4521-8E63-AD4B6FF4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1DE10E5-C82D-4899-8607-19A53F61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72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7 → 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FE2081C-38F6-4D1F-900E-1C20E116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72150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次ページでは後半の手順を上段に残す</a:t>
            </a:r>
          </a:p>
        </p:txBody>
      </p:sp>
    </p:spTree>
    <p:extLst>
      <p:ext uri="{BB962C8B-B14F-4D97-AF65-F5344CB8AC3E}">
        <p14:creationId xmlns:p14="http://schemas.microsoft.com/office/powerpoint/2010/main" val="10686804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BC2454-BF3B-4F67-ADF3-22661076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3B376-8C76-49DB-A17F-D7B517E3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15 / DATA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A2EC1-E237-4370-B9D3-7A365F6F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HTTPでは文字列、WebAuthn APIではバイナリを扱う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87337-EA49-48E9-AD5A-EAF258AE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D8E74-F2B4-4122-B0A9-A238F97E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81961-18AD-45A3-936E-745354CE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@simplewebauthn/browserは、このJSONとバイナリの境界をラップする。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18174-F31D-4E83-9F4C-5A832B8A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76550"/>
            <a:ext cx="781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49602-091D-4389-BD79-E159AE30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76550"/>
            <a:ext cx="781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EE662-350C-46F8-B2DD-C70CA973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8575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6EDFC"/>
          </a:solidFill>
          <a:ln xmlns:a="http://schemas.openxmlformats.org/drawingml/2006/main" w="19050">
            <a:solidFill>
              <a:srgbClr val="3569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EECA8-6091-4C99-A210-9788C3A6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RPサーバー / HTTP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B753E1-A61E-4F8E-9B69-05BF2788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23241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CreationOptionsJSON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RequestOptionsJSON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challenge・IDは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Base64URL文字列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2EB6F3-AA6F-42B3-B95A-134AD8C5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66900"/>
            <a:ext cx="348615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DFF3EF"/>
          </a:solidFill>
          <a:ln xmlns:a="http://schemas.openxmlformats.org/drawingml/2006/main" w="28575">
            <a:solidFill>
              <a:srgbClr val="0F9D8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DA00C9-836A-4F5C-B921-D57165B1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F9D8C"/>
                </a:solidFill>
                <a:latin typeface="Menlo"/>
                <a:ea typeface="Menlo"/>
                <a:cs typeface="Menlo"/>
              </a:defRPr>
            </a:pPr>
            <a:r>
              <a:rPr sz="1650" b="1" i="0">
                <a:solidFill>
                  <a:srgbClr val="0F9D8C"/>
                </a:solidFill>
                <a:latin typeface="Menlo"/>
                <a:ea typeface="Menlo"/>
                <a:cs typeface="Menlo"/>
              </a:rPr>
              <a:t>@simplewebauthn/browser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F64F9B-C446-46D2-AD1A-83879A04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3028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startRegistration({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0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  optionsJSON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0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})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0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startAuthentication({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0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  optionsJSON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0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})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E12A46-4729-4A2E-92DE-CD053012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766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変換・API呼び出し・JSON化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BB2B32-EED1-4AB0-9461-B9C09F02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57400"/>
            <a:ext cx="28384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9EFCF"/>
          </a:solidFill>
          <a:ln xmlns:a="http://schemas.openxmlformats.org/drawingml/2006/main" w="19050">
            <a:solidFill>
              <a:srgbClr val="E3B34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DD0246-D0F9-4B71-B76C-E413DFFE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0505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8B6810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 i="0">
                <a:solidFill>
                  <a:srgbClr val="8B6810"/>
                </a:solidFill>
                <a:latin typeface="Hiragino Sans"/>
                <a:ea typeface="Hiragino Sans"/>
                <a:cs typeface="Hiragino Sans"/>
              </a:rPr>
              <a:t>ブラウザ標準API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D88530-9A7B-4363-880A-196DB9B1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86050"/>
            <a:ext cx="2419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PublicKeyCredential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Creation / Request Options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challenge・IDは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Uint8Array / ArrayBuffer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4F2AD7-5D1E-4913-B309-359B71BF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C4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A71C3E-DA4C-4F42-84CD-6EAF13FF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FE1D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9FE1D6"/>
                </a:solidFill>
                <a:latin typeface="Hiragino Sans"/>
                <a:ea typeface="Hiragino Sans"/>
                <a:cs typeface="Hiragino Sans"/>
              </a:rPr>
              <a:t>返り値も同じ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44005D-B49B-450A-AED4-18286D18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953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標準API: PublicKeyCredential（ArrayBuffer）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0BCDC4-80DB-4151-BF6C-1560B914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530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browser: Registration / AuthenticationResponseJSON（Base64URL）</a:t>
            </a:r>
          </a:p>
        </p:txBody>
      </p:sp>
    </p:spTree>
    <p:extLst>
      <p:ext uri="{BB962C8B-B14F-4D97-AF65-F5344CB8AC3E}">
        <p14:creationId xmlns:p14="http://schemas.microsoft.com/office/powerpoint/2010/main" val="47441289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1825B8-FA6E-4DE4-A7E9-9642DBFF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FD9D9-D067-4F65-997D-8C54F26E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16 / REGISTRATION INPUT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3C059-7655-4C82-9DAC-D10EF476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登録時は、誰に・どのRP向けの鍵を作るかを渡す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AACA1-2A1F-481B-86B1-03494450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B5BC8-883E-4D66-BC48-1B7F604B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11D70-BF0B-4D9D-9C8B-1FCE86FD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startRegistration()へ渡すoptionsJSONは、サーバーで生成してchallengeを保存してから返す。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10D6B-4639-4ECE-AE9A-82690815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44830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2C4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3166C-90BA-4AC3-92E3-6669551E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50673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PublicKeyCredentialCreationOptionsJSON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challenge: string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rp: { id?: string; name: string }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user: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id: string; name: string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displayName: string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pubKeyCredParams: [{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type: "public-key"; alg: -7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}]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excludeCredentials?: [{ id, transports }]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authenticatorSelection?: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residentKey, userVerification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0773A1-D511-4BF8-B372-A257FE82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431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必須の4要素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6E0ECB-FFC5-4164-891B-47FD7E26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193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2CE101-DCD4-4CAB-B6E5-AC1DC34F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03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challenge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BA6372-80A1-4934-9973-2EA52688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860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一度きりの要求。HTTPではBase64URL文字列。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ED461A-A4D1-4E94-9863-E296ADF2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066240-01CA-431E-A8EF-DC7F9B3B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623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rp / user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07F561-2A4A-464D-8DFB-684A854F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480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RP IDと、最大64バイトの不透明なuser.id。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75A1CC-FFDD-4A0C-A400-E71A3BB2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433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1233F-6AD1-4727-A8C2-50A95B1C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243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rPr>
              <a:t>pubKeyCredParams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B3193D-E41D-4747-9676-E9FAB9AA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100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対応する署名アルゴリズムを優先順で指定。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69FDBF-D0EA-421C-A821-36E42DDC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053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26CA51-BC56-4A77-95BC-93D39BF0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863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任意の制御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EBE2EE-DE58-4C87-8542-BC5AA246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720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重複防止、Discoverable Credential、UV要件など。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2DFE24-5078-482A-BDA0-49FD9F66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62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呼び出し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14E08D-0DAD-4C84-A5E9-303A7D06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245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75" b="1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startRegistration({ optionsJSON })</a:t>
            </a:r>
          </a:p>
        </p:txBody>
      </p:sp>
    </p:spTree>
    <p:extLst>
      <p:ext uri="{BB962C8B-B14F-4D97-AF65-F5344CB8AC3E}">
        <p14:creationId xmlns:p14="http://schemas.microsoft.com/office/powerpoint/2010/main" val="6555219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A3DC59-CE42-44C3-B39A-7E2D7E57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95627-0215-433D-9513-AFD9F944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17 / REG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69701-1D5C-4256-985A-2F96D72D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登録結果のJSON構造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1B383-037F-4EAE-9106-B6BB628A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5B038-B4DC-4639-ACCE-7497E04B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9089F-EFC7-4A46-88A6-97B2F9EA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秘密鍵は含まれない。バイナリはBase64URL文字列へ変換済みなので、そのままPOSTできる。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7F7BA-269C-4732-A781-3F3AF6E8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448300" cy="388620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2C4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90F30-3D17-4BD4-BEE2-79DC61A0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50673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RegistrationResponseJSON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id: string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rawId: string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type: "public-key"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authenticatorAttachment?: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"platform" | "cross-platform"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response: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clientDataJSON: string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attestationObject: string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transports: string[]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clientExtensionResults: object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CEC4D-DEB4-4C3A-B77B-342C2C09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383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6C636-6553-4576-AC1D-DD7BA0AE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193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id / rawId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0CF3A-03E5-4034-8C06-CB121A25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同じCredential IDのJSON表現。DB検索キーになる。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47DA9-2659-4632-8731-D2E7C85C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4BAE81-0ECE-4B9A-8B8B-6CB1FE13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765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clientDataJSON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153BC-5106-4867-8657-9B62F185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623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type = webauthn.create、challenge、originを含む。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53C2BD-5C80-4663-9B8D-970A849A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528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E5C456-6375-47FE-9885-202AB816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338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rPr>
              <a:t>attestationObject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AD319A-B66F-49C5-9FC4-BAB01A00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95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CBOR。authData内にCredential IDと公開鍵が入る。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0E8534-E530-48B8-99B0-C0DF07B9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01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0732FF-DFDF-4D8D-89ED-DAB28D50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91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transports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5F2365-3F9B-4086-83F0-C4FE0B94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768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internal / hybrid / usb / nfc / ble などの接続ヒント。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5C5D05-7C24-401F-A120-95E56CBB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8640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このJSONを response として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verifyRegistrationResponse()へ渡す。</a:t>
            </a:r>
          </a:p>
        </p:txBody>
      </p:sp>
    </p:spTree>
    <p:extLst>
      <p:ext uri="{BB962C8B-B14F-4D97-AF65-F5344CB8AC3E}">
        <p14:creationId xmlns:p14="http://schemas.microsoft.com/office/powerpoint/2010/main" val="524829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6CF38-1B74-4382-96A6-2F99257C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F1853-E245-44EC-B6A6-EA3DC720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18 / VERIFY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EF8429-A1F4-4160-BD67-6E38E8E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検証には、レスポンスとサーバーが覚えた期待値を渡す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AC390-5DE8-4411-9458-5E6A92D1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156D2-E1C7-45BB-963F-CD9F4345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66D11-95C8-4EE0-ADC1-2D1EE66B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検証成功時だけ、registrationInfoから公開鍵を取り出してDBへ保存する。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B0C30-D2EB-47C6-B408-F7FD41D6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入力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3894B-9D6B-463A-AF12-4EFF3D02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08635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2C4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D9280-4C4D-45F8-930F-7828CE7D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7053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verifyRegistrationResponse({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response: RegistrationResponseJSON,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expectedChallenge: storedChallenge,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expectedOrigin: "https://example.com",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expectedRPID: "example.com",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requireUserVerification?: true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})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79ECE-51E9-49F8-A71E-6F69B866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478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返り値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9AC2EF-6568-42BE-B027-8A84D343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50863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2C4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CF73F6-F9F2-495D-8789-54D3BD13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43150"/>
            <a:ext cx="47053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verified: boolean,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registrationInfo?: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credential: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  id: string,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  publicKey: Uint8Array,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  counter: number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credentialDeviceType,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credentialBackedUp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64A2B-1706-4D49-8199-4C10503E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6D419-2CFA-4AF6-B9BD-ABCC4301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054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DBへ保存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0F08AF-B258-41BD-9139-55C78248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864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75" b="1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credential.id  /  publicKey  /  counter  /  response.transports  /  userId</a:t>
            </a:r>
          </a:p>
        </p:txBody>
      </p:sp>
    </p:spTree>
    <p:extLst>
      <p:ext uri="{BB962C8B-B14F-4D97-AF65-F5344CB8AC3E}">
        <p14:creationId xmlns:p14="http://schemas.microsoft.com/office/powerpoint/2010/main" val="13642197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464B72-E232-4E5C-8582-AC6E9BF3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DD9FF-52A0-484F-9497-5AB423BD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19 /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34CA5-C039-4440-A7A7-34BC20EA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challengeは、今回の要求への応答だけを有効にする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F4B32-FB57-47EF-95AC-AC86E5CC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7E4DE-BDE4-456A-8FFC-18AEE83B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DFAA7-79CD-4DE7-BCEE-E7FE2A4E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十分にランダムな一度きりの値で、過去のレスポンス再利用を防ぐ。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49676-5190-4F2F-B94E-50C28EA9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62250"/>
            <a:ext cx="781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EC43F-0664-4945-8792-43BCAA32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62250"/>
            <a:ext cx="781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C0472-FC08-4330-9D96-5B6C5B43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650B44-C739-484D-A71E-902FDBE6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723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FFCB95-2AFC-422A-8FD0-83779D90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発行・保存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E43814-7F66-45A9-B9D2-4F77922B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RPサーバーが生成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期限・用途と一緒に保持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2BA1D-3C42-49F1-B436-121A400A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66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AE4B8-7072-4B34-B1DD-F763F646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86000"/>
            <a:ext cx="723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98C02D-DD16-487E-909A-F7642E08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385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応答に結び付ける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D6A390-ACFE-495D-B9BE-F1A56E76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3380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clientDataJSONに含まれ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署名対象へ組み込まれる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643DC2-9224-4666-978E-6524CFFB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66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DBAACC-0396-47A8-BAD1-0AEEB166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6000"/>
            <a:ext cx="723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5FEC3A-BE12-480D-8427-FAFD73C3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385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一致を検証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4BB554-0FFF-48FA-A781-D749DA5E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3380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発行済み値と一致すれば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今回の応答と判断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DABD97-6BFA-48F1-8FFF-6C209F57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9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0BB45E-17AD-4ADB-97B7-78C70425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rPr>
              <a:t>リプレイ攻撃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3966C4-9EC2-4CF9-B5B4-441B0B8D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143500"/>
            <a:ext cx="836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以前の署名済みレスポンスを再送しても、challengeが一致しないため拒否できる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09C09-8616-491C-80E0-B1F71ABA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505450"/>
            <a:ext cx="836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検証後は使用済みchallengeを消費し、再利用できない状態にする。</a:t>
            </a:r>
          </a:p>
        </p:txBody>
      </p:sp>
    </p:spTree>
    <p:extLst>
      <p:ext uri="{BB962C8B-B14F-4D97-AF65-F5344CB8AC3E}">
        <p14:creationId xmlns:p14="http://schemas.microsoft.com/office/powerpoint/2010/main" val="174988102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BA3D895-AA37-4842-A69C-E423418C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B669E-14C4-444D-AA85-EEC5969F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20 / AUTHENTICATION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16770-5E8B-4821-B435-CDC71442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認証開始：ログイン要求がRPサーバーへ届く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0AA85-4DB4-4CA9-B3B6-242697DC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0B779-CE30-4213-AA06-098C7E63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21C73-FE19-489E-9625-E7554914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2手順だけを表示する。次ページではSTEP 2を上段に残し、STEP 3へ進む。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8CFB4-EB2A-44E7-AF46-864F312B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2D880C-3CFB-4678-BBC7-3ACBD06B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2A1C0-1886-4CBB-881B-3AA4549A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8EAFE-9E81-4725-8669-26FA4C22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35198C-EC38-4020-A638-6232EAC3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39925-E3CB-4929-B6A6-61B9FCEF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62A203-9D81-48E0-A460-F0A941DF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025C0-7719-4ADC-BB46-0D107B6E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33700"/>
            <a:ext cx="23050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310CA-854A-443F-8362-90C16F63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241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1  「パスキーでログイン」を選ぶ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D33931-87C2-4F3B-A46B-D625081F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6F86B0-1DFC-40A7-A2F0-1AC9594D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7AE89C-1823-48AC-9C79-31075DBA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43400"/>
            <a:ext cx="23050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17BD8E-CBFC-4892-B1B5-4EF2C2B9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338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2  /authentication/options を要求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6F82BD-C7DE-4358-8840-4C6E8BDC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404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B37FD3-5108-4438-AE06-679B6C95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CC48E7-A2DC-4DFD-9E3E-07E3C514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D8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520B98-6E22-4CF7-BCB2-BF9D273B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クライアント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アプリ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8723B3-0558-4314-B9D6-49E6C4C3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569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D570DC-7F0C-4DF4-876B-7656A0AE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5F5A03-8B70-48D3-99C4-C038AFA2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A70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5CFC34-2C46-4C4D-BFC7-BA9F70ED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7319BC-C6FA-4334-9D54-7683985F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404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504DC9-3E24-4FC2-ADF8-0BA36699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6BFA10-FE23-44B4-9BE7-429FA43D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進行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795AD3-42F8-4AD3-ABF5-02CBD96F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99FFC5-F3E6-4A18-BEF3-7A696CD2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284EF4-1BDE-4299-9904-65E61447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8B475B-289D-4C37-BF10-D9000C61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F9CDCC-A289-4E48-8557-E5DF3B21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A29067-0267-42D1-A906-C195CF6D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7FA73C-08F2-41C1-859B-3247301B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9AEE0D-7E6D-4B1A-859E-BF84ED81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753E2B-DF56-4839-97D0-0E6A3277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0C29AA-7ED7-4433-AFEE-25D99B0C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BDA525-2C4B-4DE5-9533-7A523588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877306-7B1D-4384-9E92-224E7BFA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E8CB3B-FFBF-478F-A8B2-08E5395A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FD19C1-3A7F-4AE9-9532-79B16489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9BBD17-2F3C-4D9E-B6A1-DFA2D902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E1CFE4-9E45-4EF6-BA41-2D64ADEC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364CCFB-C782-4820-9CF1-249D297B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041031-636A-44AF-9579-A1459FE9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51528B-0349-487F-83DF-224E01BE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C6EBD1-9488-46A7-99AE-03278A4A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60EBCE-A891-4E63-90A4-99EC90C3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56321C2-9C31-4895-8046-D154D474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5E3F9D0-1FE5-416C-A97E-01D69183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DBAC41-B45D-4CEA-909F-DFEEAC49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72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1 → 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B01E4D8-235D-40C6-A46F-594CC1B2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72150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次ページでは後半の手順を上段に残す</a:t>
            </a:r>
          </a:p>
        </p:txBody>
      </p:sp>
    </p:spTree>
    <p:extLst>
      <p:ext uri="{BB962C8B-B14F-4D97-AF65-F5344CB8AC3E}">
        <p14:creationId xmlns:p14="http://schemas.microsoft.com/office/powerpoint/2010/main" val="20673020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88970CD-90DD-45C3-86EF-B56687DA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62DE5-AA50-479D-A6A4-5649C198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21 / AUTHENTICATION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16FFF-AC56-4753-ACB4-B91E66D4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オプション発行：challengeを保存して返す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AECE2-3DBC-4B66-A672-EA5B00A4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31E72-9D6F-4E6E-B0FC-E99501CF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5B613-A7F0-4247-ACF1-0228C253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上段は前ページから残る手順。下段だけが、このページで新しく進む。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5FEC3-8F32-4CDC-81CC-FDEF80C9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4A450-A23D-49CF-9FFD-3F8BBFA9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869FE-311E-4BF3-AE21-94BD28B3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B8315-3FCE-455E-9DEA-027E4938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B79C36-1857-4700-B502-AD4F50B9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C0D45E-8252-4491-A079-989B209C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45ABF-29A5-4A7C-B3FF-0978892B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BF317-3C7B-40E6-92DA-1CD9A119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33700"/>
            <a:ext cx="23050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B1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759339-F541-452D-A50F-3A59E97A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241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C7077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5C7077"/>
                </a:solidFill>
                <a:latin typeface="Menlo"/>
                <a:ea typeface="Menlo"/>
                <a:cs typeface="Menlo"/>
              </a:rPr>
              <a:t>2  /authentication/options を要求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C3C318-A183-41C0-82E5-779A4DE3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D64DB7-01FB-43CA-A536-8FEE887D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0906F1-62E5-40DF-B8D3-EA1CF4FD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33850"/>
            <a:ext cx="46101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014EC0-F1C7-4100-9351-D598876E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243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challengeを発行してDBへ保存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74A302-8104-4AF8-8025-2AF6D39C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552950"/>
            <a:ext cx="2305050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E3809B-1247-401E-AE87-EDDE4AE1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4340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F9D8C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0F9D8C"/>
                </a:solidFill>
                <a:latin typeface="Menlo"/>
                <a:ea typeface="Menlo"/>
                <a:cs typeface="Menlo"/>
              </a:rPr>
              <a:t>3  RequestOptionsJSONを返す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45FE06-BC6A-40CD-B7A7-379342BC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404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A5651F-159B-43FD-B762-836B047C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B9B54A-A03F-4D99-8154-A1D90B51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D8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3620A3-86F6-4193-9FAB-712FD742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クライアント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アプリ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430287-3BD6-481F-930B-8EC3E667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569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4656FF-26BE-4D56-B689-D7226D90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E0473B-235C-4333-B968-ACA30776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A70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38768A-6C58-45DF-9D7A-FAB5D45A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994E04-C202-4C44-BD60-13925266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404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446833-377A-4A3C-AD65-D230585F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965D55-FFC7-42D3-91D2-4370E703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進行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23A9AA-33FC-4518-A3A4-242642B7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E4F553-E79B-4C66-924A-80D1DD63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9FAF36-0C42-442B-B29F-A60A2C1A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6BA1AF-7941-4731-97A8-F4CA90B6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F5B02C-CB47-4F83-BDA6-7792E0AB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16D4F5-57CA-4E5A-82C3-8EF005B6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1F8F0F-6312-47D0-97CE-511E613A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56D45B-B2EE-429C-AB9D-BBBD39C5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BCEF36-36A8-4008-8A30-EA237305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6CFECB-1B15-4FBD-8828-04376282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C7B192-E068-4DC9-B2ED-39048D0C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6F9548-8048-440D-AC1A-A64634F8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1947BBE-3068-4796-90F1-D79F2560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8BD1C7-197D-459E-B8B6-2E2A142E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008C6D-7EC1-4EAB-BB65-A4662E43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CE9D49C-E133-4AD3-AA3B-CDC93131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73CF553-0DDC-4630-87E7-52F940B2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EDDC6A1-2B72-4196-878F-36AC8E18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10AF8F8-1D58-4170-9AA6-D1DA62D9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1416441-A602-4C4E-8A6B-F46C426B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AEB04D3-87D5-4570-AFE6-AE09746A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5E963A7-19CF-4F1C-BB24-C3B9C844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9EA9AA4-2DC7-44F2-8060-249F2901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8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EA8E7D1-ADEE-4090-BAB0-2E954996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72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2 → 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8CEE75-DC88-4E00-86F4-1A49FB74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72150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次ページでは後半の手順を上段に残す</a:t>
            </a:r>
          </a:p>
        </p:txBody>
      </p:sp>
    </p:spTree>
    <p:extLst>
      <p:ext uri="{BB962C8B-B14F-4D97-AF65-F5344CB8AC3E}">
        <p14:creationId xmlns:p14="http://schemas.microsoft.com/office/powerpoint/2010/main" val="41374898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AFB8F9B-3059-4642-BFDC-C6A346A6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3F774-774B-4BBE-87B6-1CBAC578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22 / AUTHENTICATION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BA57D-960C-4E63-82E8-2E05D4EA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WebAuthn開始：optionsJSONでget()を呼ぶ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B29BA-6DDD-460F-9CAB-BF09FE12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78F1B-6279-4628-A970-241A0E26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10E9A-79EC-43FC-9457-EC623CF5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上段は前ページから残る手順。下段だけが、このページで新しく進む。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583BC-07B0-45FE-B6E4-6FBC2EE2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4349E-980F-48E9-B171-97CE6543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C35144-D31D-4409-8723-3EB4E445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95C3A-AD12-4A88-8FE7-54EC46A8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900DE-E824-4428-8EAF-56CA553C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65B2E-E18D-495F-A764-CF95499B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F86EA-3A2B-4805-80BD-424F0FFA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D737CC-F151-4801-88CE-BF6A5F71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24150"/>
            <a:ext cx="46101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B1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CB1A37-77F6-4EFB-B347-241846BE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146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challengeを発行してDBへ保存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6DCE0E-F029-4A81-8274-740EF9D9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43250"/>
            <a:ext cx="2305050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9BB1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46916A-ECC0-40FD-8C8B-9520DCC5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3370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C7077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5C7077"/>
                </a:solidFill>
                <a:latin typeface="Menlo"/>
                <a:ea typeface="Menlo"/>
                <a:cs typeface="Menlo"/>
              </a:rPr>
              <a:t>3  RequestOptionsJSONを返す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1BE7E0-13DE-4CA4-88C9-C514C0BB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03BF35-E530-4DB7-9573-4EB12B44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D2954E-2F2D-425B-AB34-351E58FF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43400"/>
            <a:ext cx="46101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DE0622-381D-4756-8881-2221EC0B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3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4  startAuthentication({ optionsJSON }) → get()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20AAEB-1361-4BCB-9470-62BC96D0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404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898892-9E25-481E-A084-7406D205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80B4F-60B7-4617-81FB-AE893E82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D8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33150E-62FC-4F6A-A3BA-647970A6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クライアント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アプリ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E09400-4EA9-40C8-B1E5-4F645D7C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569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5722A4-927C-414D-99F8-FB759998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3597E8-F11A-4497-A7C3-E22483A4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A70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1F054E-3549-4195-B509-65890A2F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2FEB99-4663-496E-A72F-F377F248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404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1BC02E-9156-4496-BE49-E528AE99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C62239-0CD6-44BE-9C2E-2DECD1CE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進行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AEAB80-8C1E-4873-802D-2410A358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90384F-AF63-4E01-9C54-CC188EA8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456FC2-CCEC-4C3E-BF58-B8EDA78B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F8BC66-365B-4990-AAB9-8E8E9437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EA50F9-3C56-4DF3-BF19-CAE87D3B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8AD16B-137D-4F81-9FDC-0125E3CF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0AB689-5EB9-4CF2-8571-50B5A351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B7A72B-9211-44D9-B170-07A46C49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B2E8A7-6688-4750-8DA6-2415DC03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CC23F1-DC17-4E8D-9E15-145D3032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CC7540-3670-4251-AF12-78703AFE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3BC8CF-F7C5-4C32-9DB0-C8945D7F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25D60E-385D-4BF0-B9F5-D8315EAB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93AF8C-4B66-4EE6-A7CB-13FAA9DF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FDC4BD-0562-4E9F-9548-CFBE993C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F0C4D2C-587A-4C25-9BCA-A37E97A1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9C7C5D7-FD30-4985-AE00-EF3F9131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D145EB-B367-44C6-87FB-3375E2AE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42D46BC-1772-4FCD-B956-E31CE269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EDADECC-F530-407B-9FBD-319F62DA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6ECD928-4EFC-4A98-9EF7-A858A99D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1085918-D2BE-4198-9D26-A7F41AF3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2A0D0CC-6786-4330-8D09-7267BB77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8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F05D79A-9B5B-413A-ABD2-522E642E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72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3 → 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4A00F4B-0F9C-4F1E-A4EC-E2804CFC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72150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次ページでは後半の手順を上段に残す</a:t>
            </a:r>
          </a:p>
        </p:txBody>
      </p:sp>
    </p:spTree>
    <p:extLst>
      <p:ext uri="{BB962C8B-B14F-4D97-AF65-F5344CB8AC3E}">
        <p14:creationId xmlns:p14="http://schemas.microsoft.com/office/powerpoint/2010/main" val="112273169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79CC94B-1080-417C-A9A3-BD0A59A8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3032C-49F8-4691-9B16-25D1C612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23 / AUTHENTICATION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D01BB-2786-4716-9F33-ECBEE00A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署名生成：本人確認後に署名レスポンスを受け取る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C57A0-1C72-49CE-A89A-7F993CD3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CE2E3-61B1-4A3D-AF2A-F796906C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D599E-1939-490F-8460-B9276B3B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上段は前ページから残る手順。下段だけが、このページで新しく進む。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9C413-A905-4E8E-B3FE-7BFE4024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F044D-8117-4676-BC93-74AF1826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46DC6-3209-43A3-90B6-817F9D03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53F46A-030D-4AA0-8F21-6B420F31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07E64-7207-4654-9399-17834B22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2EE51-D967-4B86-A3E4-01BD1AB1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9B386D-8390-4DC2-BF87-8FFEC420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308957-6F07-409B-A0A7-48C03901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33700"/>
            <a:ext cx="46101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B1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B82F5D-1E62-4EFB-ABBF-376EC26E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2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C7077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5C7077"/>
                </a:solidFill>
                <a:latin typeface="Menlo"/>
                <a:ea typeface="Menlo"/>
                <a:cs typeface="Menlo"/>
              </a:rPr>
              <a:t>4  startAuthentication({ optionsJSON }) → get()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8AD499-49DB-46B8-9B7F-2CDBAD90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E6EEA6-8E5A-42FB-A244-F5B166F5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25B9C8-D665-49E1-8EF7-C374D392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43400"/>
            <a:ext cx="4610100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E3B3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D4826B-11B5-48C3-903F-A87B9367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3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8B6810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8B6810"/>
                </a:solidFill>
                <a:latin typeface="Menlo"/>
                <a:ea typeface="Menlo"/>
                <a:cs typeface="Menlo"/>
              </a:rPr>
              <a:t>5  本人確認・秘密鍵で署名 → AuthenticationResponseJSON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9BE4F1-4C0F-4E1A-8273-ECADBD50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404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282A45-2521-40BF-AF4B-53F85A5D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777755-8D6A-4CCE-B4B5-448549E0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D8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CD2528-AE11-4146-83FC-F0790FF4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クライアント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アプリ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843A0B-BA31-4FF9-9466-5836CBCC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569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E532E4-799E-4889-AC16-E95FDEE5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B34147-04B1-445B-83CE-072CABC5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A70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3506E3-C5D9-4C8E-B994-733CAAEE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C7E8BD-25F8-46F9-A67F-B7056A37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404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4AB6FF-7F5C-47B5-8585-53BAE2AC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0B2B2E-6EE1-423D-83FA-ABD0C1EB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進行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B3C312-45B7-4C2B-A674-472576D2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6741C4-9EB6-4C67-B6C4-BA659F2E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1E690C-A360-4E53-B794-2D2439B7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13AFE3-5FFA-4083-B2D7-225DD02A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4E909A-3758-4AD3-B615-47CF0A4F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8EFDB5-FA2B-4471-BBCB-B6B5ECC9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03C7E4-7E5B-4A15-87E8-0CE6DE21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0718E5-10D5-471B-9A39-ED89D4FB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97F2A5-2770-472B-9F2F-CE4C0D81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5B933A-9A6A-474F-B483-93DA2479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0C3CBE-75F6-41DF-A192-3890B381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9654B7-A042-485A-9264-4BF4B5BB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434501-4333-4EDD-9AE8-04A537C2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982C19-CECB-406F-B105-DBE282EB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7A31A9-722E-4B77-93F7-9513189C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9CABDF-1171-474D-9B06-60B68FB7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BFA39D-415D-4BF3-811D-5D66E7E3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B43D437-C0A9-4669-B50B-BC42857A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4D12EC-CB08-4457-9118-8894354D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CB2F06C-BDC7-4423-BE3E-25292CE4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CE62269-BC80-4C92-A340-8258D39B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B92F25A-A38E-4598-9939-DEF536F3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D01CDD6-54DF-4262-977E-B840033B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B8430C-DC01-4855-9A67-52D54E87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72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4 → 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EB3F43A-6F4C-47FC-A412-D0A03C67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72150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次ページでは後半の手順を上段に残す</a:t>
            </a:r>
          </a:p>
        </p:txBody>
      </p:sp>
    </p:spTree>
    <p:extLst>
      <p:ext uri="{BB962C8B-B14F-4D97-AF65-F5344CB8AC3E}">
        <p14:creationId xmlns:p14="http://schemas.microsoft.com/office/powerpoint/2010/main" val="48192782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30F0B4D-8E35-45B9-8425-D3C86DB2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62572-FC8A-455C-8257-1C535BB4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24 / AUTHENTICATION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8ED90-C36B-4F33-994E-E980F64C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検証要求：署名レスポンスをサーバーへ送る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3DD2D-13A0-4B51-BB39-686522A7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6258D-33C7-4DDA-90BB-15092EFE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BBC33-7EE6-4DFF-9D46-95F87025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上段は前ページから残る手順。下段だけが、このページで新しく進む。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95E90-0576-40B3-9AF4-32F8E2B2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DF4D0-FB2F-4107-A78C-C068C1A2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75319-1A06-4B76-B2A4-8C07929B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B5B9A-EB72-4B0A-AB1E-1007E4F6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CDCED-2EB4-4BAB-98BC-39559564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D45CB-2802-4A6B-A2E5-08B8042A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4551FE-D7E5-4E25-B2EB-20DF7A25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A4AD8-AB03-44DA-AB95-EC6ABC17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33700"/>
            <a:ext cx="4610100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9BB1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049B9-BD74-4D12-AC20-A42C7BA4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2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5C7077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5C7077"/>
                </a:solidFill>
                <a:latin typeface="Menlo"/>
                <a:ea typeface="Menlo"/>
                <a:cs typeface="Menlo"/>
              </a:rPr>
              <a:t>5  本人確認・秘密鍵で署名 → AuthenticationResponseJSON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833EA3-A196-4352-8803-BEA184B7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A98505-C20B-45A8-B57A-FE41B1DA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528031-7F75-4736-85F7-1F705DA0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43400"/>
            <a:ext cx="23050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979247-9AA6-4271-838D-E814DD21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338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6  /authentication/verify へResponseを送信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EF5661-DE09-429C-9214-694E3EE2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404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6F74E3-9EFE-4E47-92C1-D6BE9732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7A0682-7873-4FAF-8EA5-1C8D35A8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D8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B56570-5E50-4C12-AF1E-42835CBE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クライアント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アプリ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B1ECFC-F927-47AC-BB0D-FD87D3B1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569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E604ED-0ADC-4D01-8036-BD3E9EF3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53AD85-FE44-434F-A86E-7E08403D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A70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FDFF85-1E1A-470D-8DB7-F35C8459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D68188-F5B2-482D-8435-769AF793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404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5421F0-35A4-434B-B64E-97E83745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1C434B-9745-4C58-9F17-3D81632D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進行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4F24FF-5601-47CA-862E-C107DA5A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68742B-F93C-4EC6-8E9A-E21B2053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93A23F-75DE-4E1E-A95F-FF057EEF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7B317E-FCDC-4EF5-A87E-B1B66AC9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D2CD1E-02EA-41A8-A8DB-855FCE1E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9898E7-9440-43DA-9FD7-33BB3F9A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D4C5FA-6B91-4D56-8C00-26CC61F9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E67BDB-29A6-498A-BC62-8A7176D1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F35DE5-3F10-4797-AC63-9C350098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E37F74-45B6-4FFE-A1C5-9FF4446B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B791C4-3B6C-4453-8B0C-C62BC125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0618EC-ADE1-46E6-9BEF-B4244AEB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BAAA30-8B56-4016-8FCB-3903E455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91642F-1CAF-4D17-A6ED-94AE240E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2BC33D1-E876-47D6-8BDE-412CC24C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CD22AF-88AD-4971-8285-35A7D1D6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2D276E-DEDA-42FE-A39D-832F7488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55953B4-5BB0-4C98-B494-84DAEFE1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32FD2F6-A2DB-41B7-82F5-F5CAFE9B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8CE1C51-FCD3-4427-8F6D-99D80BEC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7ACF4A-1783-4386-9D51-A85FB725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8D7CA03-9964-4AC4-AE9A-D8D7C5A7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C80E87A-7BFB-4F81-AA7C-5D446C25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6024433-0138-4C5B-8F68-641A1EF5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72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5 → 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500B5C1-AF32-4F61-A30A-906AFDB2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72150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次ページでは後半の手順を上段に残す</a:t>
            </a:r>
          </a:p>
        </p:txBody>
      </p:sp>
    </p:spTree>
    <p:extLst>
      <p:ext uri="{BB962C8B-B14F-4D97-AF65-F5344CB8AC3E}">
        <p14:creationId xmlns:p14="http://schemas.microsoft.com/office/powerpoint/2010/main" val="1745990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56B54F4-C1FD-4680-B3C1-FBCFCBB5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648A1-441E-4213-A5A8-B3C41C0F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25 / AUTHENTICATION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D83A4-ADF5-43D1-8124-CAC23CFA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サーバー検証：保存済み公開鍵で署名を確かめる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B9405-7444-4B61-897D-87DEBE09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EC091-37AF-4D7A-8526-A32A1C26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4B002-C673-4DA6-9586-FDBBB2FD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上段は前ページから残る手順。下段だけが、このページで新しく進む。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90E61-30DB-4630-AC75-E509DCB7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89387-CC8A-4686-8C33-1AAC3B0D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EBA3E-9123-4D77-B09B-8E561FCD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DCF78-308B-431D-9AFD-33FD3E60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4332A4-8B2D-40E6-B485-3F87B78A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D8CB8-35DB-4B6D-843E-E15552F3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2D2291-AC99-46C1-AD35-F2C7EA47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4596B0-E763-49E5-9F76-6E1DECD0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33700"/>
            <a:ext cx="23050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B1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891930-B15C-43E4-88B5-DA7CB8FD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241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5C7077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5C7077"/>
                </a:solidFill>
                <a:latin typeface="Menlo"/>
                <a:ea typeface="Menlo"/>
                <a:cs typeface="Menlo"/>
              </a:rPr>
              <a:t>6  /authentication/verify へResponseを送信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2C540A-2133-4194-96F6-9D6D07B5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7E846E-ECBD-417A-AED8-EBDFC6D8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A66ED9-FF83-4BAD-82DC-DE98651C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33850"/>
            <a:ext cx="4610100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5F70ED-B289-4DDA-863F-9120C9DE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243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公開鍵・counterを取得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649880-E11A-4579-B76A-EBB82454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52950"/>
            <a:ext cx="46101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5C00C7-8ED0-42AD-B810-FBB2C6B4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434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7  challenge・origin・RP ID・署名を検証し、newCounterを保存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57A7D4-478B-4BD6-AA94-3696B51D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404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B60611-94E8-4036-B57B-79D51A5E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B4ACE8-5002-4B30-922B-99C593A1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D8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6B0D08-5270-4BFC-8EBD-3591B90A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クライアント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アプリ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5E6D7A-D2E0-4D03-B6E6-93F763A6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569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5B9CF6-8E5E-4E45-88FF-46D9D78E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88B242-F345-4D4B-8885-F0268294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A70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97F785-AC09-444E-8BF7-E9290DB0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A53EBD-47FB-4B58-AD7A-2AE79B1A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404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948155-1DD1-4D31-85BC-73C28CCF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E4D725-F94B-487A-A6A0-F6455A8C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進行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9EBE99-CD85-4FCF-AB16-7C54B74E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E80533-5639-45F1-810F-2E3A8493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B92154-0B8A-4F5C-81D6-1A3D3459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E82B25-B488-4021-A592-0A439884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DBBF7A-AAD8-4AA8-9399-BF35CE65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BE69BF-F323-4A1C-9956-5B6BD84B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81AE95-91AC-4BA3-B4A1-FDA11860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BE0E86-533E-499C-9ED5-10BB173A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654B4D-47F6-4451-BF2D-1A338B3F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A79461-282E-40F5-B91F-E68A9309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D794BC-F00F-4F4F-B5EC-4749C824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8A2855-685C-4840-8EC7-B7AD71C5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1B38CC-D118-4BBF-BABA-B5E735C7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AE88F6-5CAD-48CC-B1EF-5C15CB4A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B436071-BA1C-4FC2-A5C6-D441DA69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D7C9818-9265-4DBE-80EB-E3E6DEFA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9659CE-EAF6-4484-92B6-4990061C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DF00DCB-F928-4C28-AAB4-AC78EDD2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77FD64-F02F-4FF8-83D0-FE630921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D862D0D-ACE8-4FFD-BCDB-1D945AE8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5B59E29-4BA2-4BC9-A4C4-41597DDE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C0FBD1F-45B4-44A7-AC44-6FC8056B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4B49EAF-BA66-49EF-829F-969EB8B2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8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0E4F73A-CB83-49E8-8520-BA8970B9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72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6 → 7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03BE7E-55EA-4450-9557-35C4E8D4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72150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次ページでは後半の手順を上段に残す</a:t>
            </a:r>
          </a:p>
        </p:txBody>
      </p:sp>
    </p:spTree>
    <p:extLst>
      <p:ext uri="{BB962C8B-B14F-4D97-AF65-F5344CB8AC3E}">
        <p14:creationId xmlns:p14="http://schemas.microsoft.com/office/powerpoint/2010/main" val="86827606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75E72CD-2170-49A9-9D2B-CD7AF237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D5DB1-8012-4FC4-9546-ECD7EB4D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26 / AUTHENTICATION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43078-4107-4B4F-B29C-0DE76D62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認証完了：counter更新後にセッションを返す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382E6-4DC4-44BF-AC45-BE8D0315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3CD6A-C9D6-4BD3-BA06-314AC888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A0669-8837-4E76-A288-BB45FA19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上段は前ページから残る手順。下段だけが、このページで新しく進む。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611B1-C80F-48B7-B3DB-6C26A7AC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3ABD92-61F8-4315-A3B8-70C7E783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D5EB4-A5B2-4BE6-90F8-15636ED7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E65DB3-6D55-45F8-A11B-174A9E9F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67779A-B3DC-4B1A-BBA2-FDA51037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2669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CB86B9-A7A9-4726-95EB-F1C2FF09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2A32E-4A3B-47EF-8F64-494F5EB6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97552B-0B02-466A-B1F8-784DF358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24150"/>
            <a:ext cx="4610100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9BB1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92DD15-E281-445B-BBAD-97F870D1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146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公開鍵・counterを取得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A69C18-54D9-4227-A4F4-75135B7F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46101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B1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E3B639-9F09-4D49-BC5E-D8EAC512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33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7  challenge・origin・RP ID・署名を検証し、newCounterを保存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FD8741-B94A-4EC5-BE74-5676B599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E5AAD0-3C04-449E-9FA7-2E4436EB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9C8C71-717F-40D4-BAEF-C44273EA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43400"/>
            <a:ext cx="2305050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92183E-2BB8-4AF2-BEAA-C2D73FD9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338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8  { verified: true } + session / ログイン完了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4DA1F8-84AE-4B74-BE3F-EB23233F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404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879056-3C68-4A34-83FB-4BAE1FB0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6E94DD-E3FA-4AD9-B0E9-2414178F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D8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6B848B-7854-49B3-B340-89AF7A85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クライアント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アプリ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F05AF3-67EA-4B24-8A47-7A3A83F6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569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24E4B4-71E4-454D-9E92-AFBC54A9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407457-BEA5-4D92-B113-F7239D92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A70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BA25AE-AF1A-4535-8922-4DFDD87A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3DBF5A-157C-43FE-ADCD-48CB3F90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33550"/>
            <a:ext cx="1562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404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41FFCE-CCA3-45CA-BA54-E19BD8D9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526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672E65-E8F4-4DDC-8503-6B945A01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進行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831F5F-9317-4C6A-AC04-B38FC9F9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86A550-F12E-4560-8731-F16D98C2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EABA4C-79FB-43EF-B8C0-329052EA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397C5D-C8D3-4055-9B21-72E370CE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1ADC6E-7A42-49E4-9342-9245BA4D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3CBF00-1817-4603-A7D3-A77858C8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8D43CC-E12D-495B-8603-5B5C1292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F252D5-40D4-4BFF-8189-FD8E1614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43C122-C74B-46A3-BD2A-B368B6B2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61C405-ADE7-48F0-B9DF-E8CD733C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F3B8A8-CAF4-4863-8307-7B80D000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9CE9F8-1A98-4B06-96DB-839D0572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5A9693-833A-4D2A-82B0-4736E233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6897A7-BB49-4A13-ABC3-2CF8AA0D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FE5F82A-CC73-4F16-83D7-9D82B62F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635AA67-D77C-4CA4-ACA7-1B57ECD0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F7557EA-CF9C-4D35-B66A-02BE5B15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EAF53C-7084-4D21-89DC-42DD1B23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1539F0-CCDA-4F76-8D44-CF393091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053452E-A793-4D47-89F5-91A10245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622FF86-D5A8-4A63-9B20-3EDA27CE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67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288D2BA-D744-4339-9D4A-CC787465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3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B16C466-650C-4C2F-AF80-02ECCCDA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8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CDDECD-2ABF-4497-A8AC-AD136A81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72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7 → 8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74C6528-B5EE-438C-A90A-849F8170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72150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次ページでは後半の手順を上段に残す</a:t>
            </a:r>
          </a:p>
        </p:txBody>
      </p:sp>
    </p:spTree>
    <p:extLst>
      <p:ext uri="{BB962C8B-B14F-4D97-AF65-F5344CB8AC3E}">
        <p14:creationId xmlns:p14="http://schemas.microsoft.com/office/powerpoint/2010/main" val="214395612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384BA7-1D28-4499-9ED6-42A67B2E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890CD-467C-46FB-BD3F-358AC8CE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27 / INPUT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9C472-EED9-4C48-AFDF-835A5632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認証オプションのJSON構造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3CC3E-4160-4FAE-A64E-7C9E0590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EEC35-03D1-4467-BAB6-E5042E94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E92EA-5484-4E07-8A2E-B060FE72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ユーザー名はWebAuthn APIへ渡さない。必要ならサーバーでCredential IDへ解決する。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33854-AF6A-47A5-BD6B-3A6A28BE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44830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2C4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71022-9FC8-44CC-A2EC-78058270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50673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PublicKeyCredentialRequestOptionsJSON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challenge: string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rpId?: string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allowCredentials?: [{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type: "public-key"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id: string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transports?: string[]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}]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userVerification?: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"required" | "preferred" | "discouraged"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timeout?: number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hints?: string[]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extensions?: object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F9C79-035E-4D0E-8D96-4C07D3F2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B919F-0652-4DCB-BED9-0FB30045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764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challenge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200B3-B979-4BE0-A9BD-A957C0D7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622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認証ごとに新しく発行し、検証完了まで保存する。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B29106-9EE6-4D29-90A6-F871B4B2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6EFE4-6F58-4877-8F88-04190882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33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rpId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5EACF-5B18-4E0F-A250-B23F7ABC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194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登録時と同じRP ID。対応する資格情報だけを探す。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3275C6-DF1F-47EC-A8FA-F52A1A49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00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3E442-5190-4132-89E6-FA84AD99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90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rPr>
              <a:t>allowCredentials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1E3350-E34E-4401-8745-8D29BBE1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767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指定あり: 候補を限定。省略: Discoverable Credentialから選択。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64A8B2-85A0-4FE3-9063-EFB69855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2416E6-D10A-4CB6-AF15-193E653A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434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userVerification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76BEB3-1AFB-43C1-97AB-7C833352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292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パスキーをログイン要件にするなら、サーバー検証も含めて要求する。</a:t>
            </a:r>
          </a:p>
        </p:txBody>
      </p:sp>
    </p:spTree>
    <p:extLst>
      <p:ext uri="{BB962C8B-B14F-4D97-AF65-F5344CB8AC3E}">
        <p14:creationId xmlns:p14="http://schemas.microsoft.com/office/powerpoint/2010/main" val="92325246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E98A75-273D-475A-8384-386AFEFF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EE9B7-331A-4C45-8653-F31E0FB2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28 / AUTH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84EAD-9163-42E9-B291-8A05D8A5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認証結果は、Credential IDと署名を持つJSON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AA305-9050-41B1-AF97-66668BB3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58A70-8C1A-4871-A0C0-EC758C6E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6C541-7FDF-4944-A47E-DB29812F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Credential IDで保存済み公開鍵を検索し、signatureをその公開鍵で検証する。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F2987-A015-4BBD-B31B-73D124EC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448300" cy="388620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2C4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18B5E-822E-43CD-9230-4D6CFC75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50673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AuthenticationResponseJSON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id: string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rawId: string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type: "public-key"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authenticatorAttachment?: string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response: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clientDataJSON: string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authenticatorData: string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signature: string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userHandle?: string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clientExtensionResults: object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869D9-A3D0-41F9-8CA4-59D6055B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383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E4C42B-C058-4D37-BE97-AE5BE662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193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35D49-7F26-48F0-AC4D-DA01B29F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使用されたCredential ID。DBの公開鍵レコードを特定する。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AA060-7D6D-48BC-B034-D8991821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BB3DF5-7D15-4645-8283-BA16799A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765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clientDataJSON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1EFC48-F012-46F2-93E3-77784D30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623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type = webauthn.get、challenge、originを含む。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4C73E-E17C-4DBB-85CB-0BE6BA34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528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E97E4-2C74-4C93-8569-BB6C672A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338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rPr>
              <a:t>authenticatorData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B588F8-6C51-434C-AAA9-05518D93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95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rpIdHash、UP / UV、signCountなどを含む。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7FF9A-9EB8-47CB-992C-F3513F88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01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368DED-38BA-4BBF-8ED8-D71D168D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91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signature / userHandle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672317-E732-42EB-A13A-6D55072A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768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署名本体。userHandleはユーザー名なし認証でアカウント特定に使える。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D13779-6876-4AE1-BE7B-40A260A5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245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JSONのまま response として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verifyAuthenticationResponse()へ渡す。</a:t>
            </a:r>
          </a:p>
        </p:txBody>
      </p:sp>
    </p:spTree>
    <p:extLst>
      <p:ext uri="{BB962C8B-B14F-4D97-AF65-F5344CB8AC3E}">
        <p14:creationId xmlns:p14="http://schemas.microsoft.com/office/powerpoint/2010/main" val="149746742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E2AC6-7110-4D7A-9576-E4757D41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D1EE5-A306-49D6-8DDA-789395E4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29 / VERIFY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4073F-90A6-4E64-BD1B-94621B06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検証には、レスポンスと保存済み公開鍵レコードを渡す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63500-F05A-41B2-8BD3-97AF1575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1FA3D-D413-4517-8DD7-74468F7A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6F6BC-6A2B-4E1F-9399-B0E03A2B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challenge・origin・RP ID・UP/UV・署名をまとめて検証し、成功後にcounterを更新する。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9E0863-B713-4CF7-B7D0-40935C8F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入力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B6AF5B-0DDB-4E06-BAB8-404A7358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33400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2C4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3E8C85-BF37-4665-8C64-640B090C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9530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verifyAuthenticationResponse({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response: AuthenticationResponseJSON,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expectedChallenge: storedChallenge,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expectedOrigin: "https://example.com",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expectedRPID: "example.com",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credential: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id: stored.id,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publicKey: stored.publicKey,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counter: stored.counter,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transports: stored.transports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},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requireUserVerification?: true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})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E8402-1967-4DAD-89BD-50D483A6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478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返り値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C195F3-8075-4E08-8884-59EF88C0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50863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2C4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3A5110-684A-4E7E-AF37-8044076F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43150"/>
            <a:ext cx="47053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verified: boolean,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authenticationInfo: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newCounter: number,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credentialID: string,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userVerified: boolean,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credentialDeviceType,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credentialBackedUp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C05D97-1405-4219-B1C3-AF11EEA3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81600"/>
            <a:ext cx="50863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F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E47F20-C95F-4F3E-9492-B38DE011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3530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成功後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3A9007-9CDD-417F-A9E5-2CA4A10E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1495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newCounterを保存 → challengeを消費 → セッション発行</a:t>
            </a:r>
          </a:p>
        </p:txBody>
      </p:sp>
    </p:spTree>
    <p:extLst>
      <p:ext uri="{BB962C8B-B14F-4D97-AF65-F5344CB8AC3E}">
        <p14:creationId xmlns:p14="http://schemas.microsoft.com/office/powerpoint/2010/main" val="83099590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12FD89-62CB-4D1E-A582-84AD2F26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43DFF-5307-4418-B5BB-BB90A217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30 / SIMPLEWEBAUTHN BROWSER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E36E0-2A58-4EFF-AAED-3878CB32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@simplewebauthn/browserは、ブラウザ実装の境界を薄くする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095F2-6E6D-4256-9566-C8CBE4BD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5D197-FA96-41AE-B5B2-87A5A297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877C4-60E4-4FBB-97B0-73C44F83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WebAuthn APIを置き換えるのではなく、呼び出し・変換・エラー処理をまとめるラッパー。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F4927-C0F2-4F0C-BC6B-EC9B78ED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直接呼び出す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2B6E6D-6FEE-41D2-8B42-5F8104E4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7625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2C4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318A4-D64E-47EB-9308-26760229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381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const credential = await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navigator.credentials.create({ publicKey })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// Base64URL ⇄ ArrayBufferを自分で変換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// PublicKeyCredentialをJSON化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B817A0-3163-45C2-B09C-05E2EA2E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85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ライブラリを使う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3F3225-85E4-4CF4-B594-F7DAFC98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24100"/>
            <a:ext cx="54292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2C4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9226D0-70FF-4EB7-8246-9AE06967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57450"/>
            <a:ext cx="5048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const response = await startRegistration({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optionsJSON,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})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const response = await startAuthentication({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optionsJSON,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useBrowserAutofill: true,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})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F51AF1-3E96-407B-A221-577ECD77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9D29AA-821B-49DA-B34E-EAB7404A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任せられる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3E0BED-AEDE-45D1-BC6B-E4E04601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5775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Base64URL変換  /  対応判定  /  Conditional UI  /  重複呼び出しの中断  /  WebAuthnError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737890-32F3-4801-AB85-C9A7DBFC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rPr>
              <a:t>任せられない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0F5CD8-A7F4-4494-AC44-1FBA6011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9115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サーバーとのfetch  /  challenge保存  /  署名検証  /  DB更新  /  セッション発行</a:t>
            </a:r>
          </a:p>
        </p:txBody>
      </p:sp>
    </p:spTree>
    <p:extLst>
      <p:ext uri="{BB962C8B-B14F-4D97-AF65-F5344CB8AC3E}">
        <p14:creationId xmlns:p14="http://schemas.microsoft.com/office/powerpoint/2010/main" val="20598855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07D288-E7BB-48B0-A1FC-8807AD93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D0823-66A0-4570-A49F-0E52221E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31 / SIGNED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975AA-209F-4058-BB34-DE46FBDA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署名対象はchallenge単体ではなく、2つのデータの連結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6935C-CCEA-4C8B-A770-F15C5A77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05704-6C4A-46BC-A2A2-AE708516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FC0C5-AC38-4D48-B36A-9E3EBCC1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00200"/>
            <a:ext cx="8572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C4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ADCC2-74EC-4049-B923-7345E8D9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335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725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authenticatorData  ||  SHA-256(clientDataJSON)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46850-59BF-4709-87F8-A6588590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48050"/>
            <a:ext cx="762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733FC-C37C-4D60-AD36-930D3886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F9D8C"/>
                </a:solidFill>
                <a:latin typeface="Menlo"/>
                <a:ea typeface="Menlo"/>
                <a:cs typeface="Menlo"/>
              </a:defRPr>
            </a:pPr>
            <a:r>
              <a:rPr sz="1800" b="1" i="0">
                <a:solidFill>
                  <a:srgbClr val="0F9D8C"/>
                </a:solidFill>
                <a:latin typeface="Menlo"/>
                <a:ea typeface="Menlo"/>
                <a:cs typeface="Menlo"/>
              </a:rPr>
              <a:t>authenticatorData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951B86-72AC-4F64-B11F-DD1EBC94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EC44A9-5586-4461-AE0A-4239B26D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952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31531F-C01F-443A-B272-B156DB5E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rpIdHash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951D2-DCAD-4650-8A58-AE8BB926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37ACBF-AA21-4847-A1D4-5CDD6023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952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FB9F1A-7A3E-4683-BEA8-E3926D3F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UP / UVフラグ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2203B2-6414-4DFE-BE40-03074DAB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F8CD84-0808-4F66-B7D3-A77ED3A2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952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1EE291-30BB-4AE9-8D35-CF387E70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signCount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515879-01EB-4AA9-99F4-9DD70D96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765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1800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clientDataJSON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784A5B-9C16-4708-8127-7E4353EF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24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9C4530-4D9B-4979-8767-B6C018E1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43300"/>
            <a:ext cx="952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4223F4-ACED-4F1F-8EAA-BEF11BAE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4805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type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01C65A-AD8A-4156-8D3C-78302774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A06863-C4A1-42C1-B130-348E6CB2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95750"/>
            <a:ext cx="952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A1212D-F6C1-49E5-89D7-AFB75B0A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0050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challenge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4F19BC-91AE-441E-BDB6-F1CC229F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29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24AEF3-D8C4-460E-A3E0-031E584B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48200"/>
            <a:ext cx="952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1695DE-189B-4099-9512-5F02DDB9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5295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origin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55FFBE-0582-406E-A859-D687BE08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C4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5EF5FF-F1E0-4BB7-9C1D-48C16792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FE1D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9FE1D6"/>
                </a:solidFill>
                <a:latin typeface="Hiragino Sans"/>
                <a:ea typeface="Hiragino Sans"/>
                <a:cs typeface="Hiragino Sans"/>
              </a:rPr>
              <a:t>RPが確認できること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B3C37F-37AD-43FD-9BFE-2E6F42D5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292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今回のchallenge  /  期待したorigin・RP ID  /  ユーザー操作・本人確認  /  秘密鍵の所持</a:t>
            </a:r>
          </a:p>
        </p:txBody>
      </p:sp>
    </p:spTree>
    <p:extLst>
      <p:ext uri="{BB962C8B-B14F-4D97-AF65-F5344CB8AC3E}">
        <p14:creationId xmlns:p14="http://schemas.microsoft.com/office/powerpoint/2010/main" val="146248290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C5AA3F-0F78-42E8-9676-3879F018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B7654-ACC2-4285-853B-317ED2B4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32 / PHISHING RESISTANCE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AD49C-F08A-47AD-A13B-E6660307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資格情報はRP IDに紐づくため、別ドメインでは使えない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29127-3C89-4DB4-AAAB-EE9205D4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A1831-19D8-4C3A-83F8-8B4DDF8A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B270C-3547-4BEB-BDC1-8EB29881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認証器のスコープ制御と、サーバー側のorigin検証が組み合わさる。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490D7B-A585-4699-8553-34FBD903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876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D6B24-B482-4100-A58E-7B662E8B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76750"/>
            <a:ext cx="876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8766B-6F1F-41F6-BE25-13EEB5C8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71750"/>
            <a:ext cx="876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4C841-9F5C-43F9-AAC4-364ADA61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981450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C715A4-AE07-4299-A992-C5EE2AAB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正規サイト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F0C90-2382-4E07-99F4-FBABCCAF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500" b="1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login.example.com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43BA00-B09E-4E35-9738-D9A09BDC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7077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5C7077"/>
                </a:solidFill>
                <a:latin typeface="Menlo"/>
                <a:ea typeface="Menlo"/>
                <a:cs typeface="Menlo"/>
              </a:rPr>
              <a:t>RP ID = example.com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D35A9-7C13-45A6-BB39-DE8CE4A6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19300"/>
            <a:ext cx="3048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FF3EF"/>
          </a:solidFill>
          <a:ln xmlns:a="http://schemas.openxmlformats.org/drawingml/2006/main" w="19050">
            <a:solidFill>
              <a:srgbClr val="0F9D8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0C0B84-2255-4136-93AE-87BC2838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28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FF5165-84E0-4734-8403-EBDAB5D7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670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RP IDに対応する資格情報を選び</a:t>
            </a:r>
          </a:p>
          <a:p xmlns:a="http://schemas.openxmlformats.org/drawingml/2006/main">
            <a:pPr algn="ctr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秘密鍵で署名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9C4813-7269-4398-884E-4DC4248B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1930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6EDFC"/>
          </a:solidFill>
          <a:ln xmlns:a="http://schemas.openxmlformats.org/drawingml/2006/main" w="19050">
            <a:solidFill>
              <a:srgbClr val="3569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DDC349-F4B4-48A9-BBFA-A237DD0E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3D7625-55B5-4210-9216-6CA1E41B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origin・RP ID・署名を検証</a:t>
            </a:r>
          </a:p>
          <a:p xmlns:a="http://schemas.openxmlformats.org/drawingml/2006/main">
            <a:pPr algn="ctr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→ 認証成功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FE1094-C6A7-443C-9453-CA8D5406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rPr>
              <a:t>偽サイト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9C1079-666A-49AA-9C01-BE6D3FCF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login-example.attacker.test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A1A0E6-54E1-420D-93AE-815AFB8A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rPr>
              <a:t>RP IDが一致しない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1A7DA5-15AA-4175-8270-09AE7B75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053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F11C28-306A-4820-BF54-8C071783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24350"/>
            <a:ext cx="781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C503AA-AACE-4032-9714-E9B7FBAA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24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rPr>
              <a:t>対応する資格情報を利用できない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DEF478-227C-4DE2-BAAB-B0D9D839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387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見た目を誤認しても、認証器とRPがドメインを検証する。</a:t>
            </a:r>
          </a:p>
        </p:txBody>
      </p:sp>
    </p:spTree>
    <p:extLst>
      <p:ext uri="{BB962C8B-B14F-4D97-AF65-F5344CB8AC3E}">
        <p14:creationId xmlns:p14="http://schemas.microsoft.com/office/powerpoint/2010/main" val="75057329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075EAB-A476-4938-A5E6-8B8F3B34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825BE-2BDA-46AB-8BEA-F1AEF709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33 /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A86A9-C645-4CC9-B12A-A8755B27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入出力まで説明できれば、実装の全体像はつかめている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5900E-CF8A-4388-B9B7-B18D6CAE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3E939-D71D-4E40-89D5-C097DC31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6C12A-6AE1-4B0B-A108-22B19C30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68103-C910-4670-8898-59960171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23858-736E-419A-8D39-F431BFC1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716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パスワードの問題を、パスキーがどう減らすか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82061-E634-459B-B5E9-89FF4395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36C06-26D7-4500-8D08-1FAD81B0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D9CF8-432E-4219-BFAD-DE2F5912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登録シーケンスで5者の責務を説明できる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166DB-FB79-487C-9ACC-0A86B492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9755E-6F0E-473C-8655-74F63367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565E17-3A58-41E3-A5AA-92F7CB66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CreationOptionsJSON → RegistrationResponseJSON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5FC860-B4F2-4C23-A7BC-C713B545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27AB7F-4FAD-48B5-96FB-638D363B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D9FB9E-AF4E-4D2E-9479-365016A8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登録検証後にDBへ保存する値を説明できる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BF722B-718F-45B8-BCF1-B88DA19F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90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123866-8BE2-4506-B2F5-6984606F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6E10F1-EAB9-4653-95B8-679F77AB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716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認証シーケンスで5者の責務を説明できる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A49B37-F72C-4619-BBA7-C22B87AC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76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2DE73E-B751-4E68-ADF5-1B33FACD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55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2F1891-1935-4BE8-9588-2B7ECDDB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574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RequestOptionsJSON → AuthenticationResponseJSON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8C19DF-7475-4AF8-858F-54609BD0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EAB7FF-DB65-4DCC-BC43-00D4F5F4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960E16-D4A1-4B71-BB8F-6E8A66BD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認証検証後のcounter更新とセッション発行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326FEC-69A8-48DA-8454-19A7A254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48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F3658D-00AF-4F52-8BFF-950CDBC9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671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8DE335-DB39-4E43-8B4A-3F786BCC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290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@simplewebauthn/browserが担う範囲を説明できる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A1902E-CBCD-4BD7-BB26-7E4C74BF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8204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C4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0C0ED3-73CE-4EB5-AFEB-55A66D72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FE1D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9FE1D6"/>
                </a:solidFill>
                <a:latin typeface="Hiragino Sans"/>
                <a:ea typeface="Hiragino Sans"/>
                <a:cs typeface="Hiragino Sans"/>
              </a:rPr>
              <a:t>一文でまとめる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F1E608-52FA-4AB2-AA7C-AF20D376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05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オプションを渡し、Credentialを受け取り、期待値と保存済み公開鍵で検証する。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34093F-1DB4-4085-A3E5-4788B4DF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5435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5E1E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D5E1E0"/>
                </a:solidFill>
                <a:latin typeface="Hiragino Sans"/>
                <a:ea typeface="Hiragino Sans"/>
                <a:cs typeface="Hiragino Sans"/>
              </a:rPr>
              <a:t>challenge・origin・RP ID・署名を検証し、成功後に状態を保存・更新する。</a:t>
            </a:r>
          </a:p>
        </p:txBody>
      </p:sp>
    </p:spTree>
    <p:extLst>
      <p:ext uri="{BB962C8B-B14F-4D97-AF65-F5344CB8AC3E}">
        <p14:creationId xmlns:p14="http://schemas.microsoft.com/office/powerpoint/2010/main" val="10503865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2026-08-06T23:27:38.5990000Z</dcterms:created>
  <dcterms:modified xsi:type="dcterms:W3CDTF">2026-08-06T23:27:38.5990000Z</dcterms:modified>
</coreProperties>
</file>